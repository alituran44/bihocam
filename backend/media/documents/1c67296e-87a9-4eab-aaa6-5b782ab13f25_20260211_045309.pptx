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 id="2147483685" r:id="rId3"/>
  </p:sldMasterIdLst>
  <p:notesMasterIdLst>
    <p:notesMasterId r:id="rId22"/>
  </p:notesMasterIdLst>
  <p:sldIdLst>
    <p:sldId id="278" r:id="rId4"/>
    <p:sldId id="279" r:id="rId5"/>
    <p:sldId id="260" r:id="rId6"/>
    <p:sldId id="306" r:id="rId7"/>
    <p:sldId id="292" r:id="rId8"/>
    <p:sldId id="299" r:id="rId9"/>
    <p:sldId id="294" r:id="rId10"/>
    <p:sldId id="300" r:id="rId11"/>
    <p:sldId id="298" r:id="rId12"/>
    <p:sldId id="297" r:id="rId13"/>
    <p:sldId id="296" r:id="rId14"/>
    <p:sldId id="295" r:id="rId15"/>
    <p:sldId id="301" r:id="rId16"/>
    <p:sldId id="302" r:id="rId17"/>
    <p:sldId id="303" r:id="rId18"/>
    <p:sldId id="304" r:id="rId19"/>
    <p:sldId id="305" r:id="rId20"/>
    <p:sldId id="293" r:id="rId21"/>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709" autoAdjust="0"/>
  </p:normalViewPr>
  <p:slideViewPr>
    <p:cSldViewPr>
      <p:cViewPr varScale="1">
        <p:scale>
          <a:sx n="69" d="100"/>
          <a:sy n="69" d="100"/>
        </p:scale>
        <p:origin x="141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707E4-C0C0-4C17-B296-1F7DA860E63A}" type="datetimeFigureOut">
              <a:rPr lang="tr-TR" smtClean="0"/>
              <a:t>14.05.2020</a:t>
            </a:fld>
            <a:endParaRPr lang="tr-TR"/>
          </a:p>
        </p:txBody>
      </p:sp>
      <p:sp>
        <p:nvSpPr>
          <p:cNvPr id="4" name="Slayt Görüntüsü Yer Tutucusu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F16F20-7097-44EF-AE7A-1172C1F13784}" type="slidenum">
              <a:rPr lang="tr-TR" smtClean="0"/>
              <a:t>‹#›</a:t>
            </a:fld>
            <a:endParaRPr lang="tr-TR"/>
          </a:p>
        </p:txBody>
      </p:sp>
    </p:spTree>
    <p:extLst>
      <p:ext uri="{BB962C8B-B14F-4D97-AF65-F5344CB8AC3E}">
        <p14:creationId xmlns:p14="http://schemas.microsoft.com/office/powerpoint/2010/main" val="2103021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1 Slayt Görüntüsü Yer Tutucusu"/>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2 Not Yer Tutucusu"/>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tr-TR" altLang="tr-TR" smtClean="0"/>
          </a:p>
        </p:txBody>
      </p:sp>
      <p:sp>
        <p:nvSpPr>
          <p:cNvPr id="9220" name="3 Slayt Numarası Yer Tutucusu"/>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F351905-472A-4FA8-84A9-A5347CFF2A9E}" type="slidenum">
              <a:rPr kumimoji="0" lang="tr-TR" altLang="tr-TR"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tr-TR" altLang="tr-TR"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430675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1 Slayt Görüntüsü Yer Tutucusu"/>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2 Not Yer Tutucusu"/>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tr-TR" altLang="tr-TR" smtClean="0"/>
          </a:p>
        </p:txBody>
      </p:sp>
      <p:sp>
        <p:nvSpPr>
          <p:cNvPr id="60420" name="3 Slayt Numarası Yer Tutucusu"/>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35F27BB-081E-4AEB-83BC-F1727BBE4E24}" type="slidenum">
              <a:rPr kumimoji="0" lang="tr-TR" altLang="tr-TR"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tr-TR" altLang="tr-TR"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447238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7"/>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22041" indent="0" algn="ctr">
              <a:buNone/>
              <a:defRPr>
                <a:solidFill>
                  <a:schemeClr val="tx1">
                    <a:tint val="75000"/>
                  </a:schemeClr>
                </a:solidFill>
              </a:defRPr>
            </a:lvl2pPr>
            <a:lvl3pPr marL="844083" indent="0" algn="ctr">
              <a:buNone/>
              <a:defRPr>
                <a:solidFill>
                  <a:schemeClr val="tx1">
                    <a:tint val="75000"/>
                  </a:schemeClr>
                </a:solidFill>
              </a:defRPr>
            </a:lvl3pPr>
            <a:lvl4pPr marL="1266124" indent="0" algn="ctr">
              <a:buNone/>
              <a:defRPr>
                <a:solidFill>
                  <a:schemeClr val="tx1">
                    <a:tint val="75000"/>
                  </a:schemeClr>
                </a:solidFill>
              </a:defRPr>
            </a:lvl4pPr>
            <a:lvl5pPr marL="1688165" indent="0" algn="ctr">
              <a:buNone/>
              <a:defRPr>
                <a:solidFill>
                  <a:schemeClr val="tx1">
                    <a:tint val="75000"/>
                  </a:schemeClr>
                </a:solidFill>
              </a:defRPr>
            </a:lvl5pPr>
            <a:lvl6pPr marL="2110207" indent="0" algn="ctr">
              <a:buNone/>
              <a:defRPr>
                <a:solidFill>
                  <a:schemeClr val="tx1">
                    <a:tint val="75000"/>
                  </a:schemeClr>
                </a:solidFill>
              </a:defRPr>
            </a:lvl6pPr>
            <a:lvl7pPr marL="2532248" indent="0" algn="ctr">
              <a:buNone/>
              <a:defRPr>
                <a:solidFill>
                  <a:schemeClr val="tx1">
                    <a:tint val="75000"/>
                  </a:schemeClr>
                </a:solidFill>
              </a:defRPr>
            </a:lvl7pPr>
            <a:lvl8pPr marL="2954289" indent="0" algn="ctr">
              <a:buNone/>
              <a:defRPr>
                <a:solidFill>
                  <a:schemeClr val="tx1">
                    <a:tint val="75000"/>
                  </a:schemeClr>
                </a:solidFill>
              </a:defRPr>
            </a:lvl8pPr>
            <a:lvl9pPr marL="3376331"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lvl1pPr>
              <a:defRPr/>
            </a:lvl1pPr>
          </a:lstStyle>
          <a:p>
            <a:pPr defTabSz="844083">
              <a:defRPr/>
            </a:pPr>
            <a:fld id="{DFDA4B92-589B-4DE8-92FA-9AF9665FFF52}" type="datetimeFigureOut">
              <a:rPr lang="tr-TR" smtClean="0"/>
              <a:pPr defTabSz="844083">
                <a:defRPr/>
              </a:pPr>
              <a:t>14.05.2020</a:t>
            </a:fld>
            <a:endParaRPr lang="tr-TR"/>
          </a:p>
        </p:txBody>
      </p:sp>
      <p:sp>
        <p:nvSpPr>
          <p:cNvPr id="5" name="Altbilgi Yer Tutucusu 4"/>
          <p:cNvSpPr>
            <a:spLocks noGrp="1"/>
          </p:cNvSpPr>
          <p:nvPr>
            <p:ph type="ftr" sz="quarter" idx="11"/>
          </p:nvPr>
        </p:nvSpPr>
        <p:spPr/>
        <p:txBody>
          <a:bodyPr/>
          <a:lstStyle>
            <a:lvl1pPr>
              <a:defRPr/>
            </a:lvl1pPr>
          </a:lstStyle>
          <a:p>
            <a:pPr defTabSz="844083">
              <a:defRPr/>
            </a:pPr>
            <a:endParaRPr lang="tr-TR"/>
          </a:p>
        </p:txBody>
      </p:sp>
      <p:sp>
        <p:nvSpPr>
          <p:cNvPr id="6" name="Slayt Numarası Yer Tutucusu 5"/>
          <p:cNvSpPr>
            <a:spLocks noGrp="1"/>
          </p:cNvSpPr>
          <p:nvPr>
            <p:ph type="sldNum" sz="quarter" idx="12"/>
          </p:nvPr>
        </p:nvSpPr>
        <p:spPr/>
        <p:txBody>
          <a:bodyPr/>
          <a:lstStyle>
            <a:lvl1pPr>
              <a:defRPr/>
            </a:lvl1pPr>
          </a:lstStyle>
          <a:p>
            <a:pPr defTabSz="844083">
              <a:defRPr/>
            </a:pPr>
            <a:fld id="{5B45671F-261C-4CBF-AA5C-6DEAA4DC29A2}" type="slidenum">
              <a:rPr lang="tr-TR" smtClean="0"/>
              <a:pPr defTabSz="844083">
                <a:defRPr/>
              </a:pPr>
              <a:t>‹#›</a:t>
            </a:fld>
            <a:endParaRPr lang="tr-TR"/>
          </a:p>
        </p:txBody>
      </p:sp>
    </p:spTree>
    <p:extLst>
      <p:ext uri="{BB962C8B-B14F-4D97-AF65-F5344CB8AC3E}">
        <p14:creationId xmlns:p14="http://schemas.microsoft.com/office/powerpoint/2010/main" val="737450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lvl1pPr>
              <a:defRPr/>
            </a:lvl1pPr>
          </a:lstStyle>
          <a:p>
            <a:pPr defTabSz="844083">
              <a:defRPr/>
            </a:pPr>
            <a:fld id="{A1ABD556-E003-4905-B09E-9D7EF5A46897}" type="datetimeFigureOut">
              <a:rPr lang="tr-TR" smtClean="0"/>
              <a:pPr defTabSz="844083">
                <a:defRPr/>
              </a:pPr>
              <a:t>14.05.2020</a:t>
            </a:fld>
            <a:endParaRPr lang="tr-TR"/>
          </a:p>
        </p:txBody>
      </p:sp>
      <p:sp>
        <p:nvSpPr>
          <p:cNvPr id="5" name="Altbilgi Yer Tutucusu 4"/>
          <p:cNvSpPr>
            <a:spLocks noGrp="1"/>
          </p:cNvSpPr>
          <p:nvPr>
            <p:ph type="ftr" sz="quarter" idx="11"/>
          </p:nvPr>
        </p:nvSpPr>
        <p:spPr/>
        <p:txBody>
          <a:bodyPr/>
          <a:lstStyle>
            <a:lvl1pPr>
              <a:defRPr/>
            </a:lvl1pPr>
          </a:lstStyle>
          <a:p>
            <a:pPr defTabSz="844083">
              <a:defRPr/>
            </a:pPr>
            <a:endParaRPr lang="tr-TR"/>
          </a:p>
        </p:txBody>
      </p:sp>
      <p:sp>
        <p:nvSpPr>
          <p:cNvPr id="6" name="Slayt Numarası Yer Tutucusu 5"/>
          <p:cNvSpPr>
            <a:spLocks noGrp="1"/>
          </p:cNvSpPr>
          <p:nvPr>
            <p:ph type="sldNum" sz="quarter" idx="12"/>
          </p:nvPr>
        </p:nvSpPr>
        <p:spPr/>
        <p:txBody>
          <a:bodyPr/>
          <a:lstStyle>
            <a:lvl1pPr>
              <a:defRPr/>
            </a:lvl1pPr>
          </a:lstStyle>
          <a:p>
            <a:pPr defTabSz="844083">
              <a:defRPr/>
            </a:pPr>
            <a:fld id="{58EF4373-F494-4468-84D2-7867A6767A0A}" type="slidenum">
              <a:rPr lang="tr-TR" smtClean="0"/>
              <a:pPr defTabSz="844083">
                <a:defRPr/>
              </a:pPr>
              <a:t>‹#›</a:t>
            </a:fld>
            <a:endParaRPr lang="tr-TR"/>
          </a:p>
        </p:txBody>
      </p:sp>
    </p:spTree>
    <p:extLst>
      <p:ext uri="{BB962C8B-B14F-4D97-AF65-F5344CB8AC3E}">
        <p14:creationId xmlns:p14="http://schemas.microsoft.com/office/powerpoint/2010/main" val="163860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2"/>
            <a:ext cx="7772400" cy="1362075"/>
          </a:xfrm>
        </p:spPr>
        <p:txBody>
          <a:bodyPr anchor="t"/>
          <a:lstStyle>
            <a:lvl1pPr algn="l">
              <a:defRPr sz="3692"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1846">
                <a:solidFill>
                  <a:schemeClr val="tx1">
                    <a:tint val="75000"/>
                  </a:schemeClr>
                </a:solidFill>
              </a:defRPr>
            </a:lvl1pPr>
            <a:lvl2pPr marL="422041" indent="0">
              <a:buNone/>
              <a:defRPr sz="1662">
                <a:solidFill>
                  <a:schemeClr val="tx1">
                    <a:tint val="75000"/>
                  </a:schemeClr>
                </a:solidFill>
              </a:defRPr>
            </a:lvl2pPr>
            <a:lvl3pPr marL="844083" indent="0">
              <a:buNone/>
              <a:defRPr sz="1477">
                <a:solidFill>
                  <a:schemeClr val="tx1">
                    <a:tint val="75000"/>
                  </a:schemeClr>
                </a:solidFill>
              </a:defRPr>
            </a:lvl3pPr>
            <a:lvl4pPr marL="1266124" indent="0">
              <a:buNone/>
              <a:defRPr sz="1292">
                <a:solidFill>
                  <a:schemeClr val="tx1">
                    <a:tint val="75000"/>
                  </a:schemeClr>
                </a:solidFill>
              </a:defRPr>
            </a:lvl4pPr>
            <a:lvl5pPr marL="1688165" indent="0">
              <a:buNone/>
              <a:defRPr sz="1292">
                <a:solidFill>
                  <a:schemeClr val="tx1">
                    <a:tint val="75000"/>
                  </a:schemeClr>
                </a:solidFill>
              </a:defRPr>
            </a:lvl5pPr>
            <a:lvl6pPr marL="2110207" indent="0">
              <a:buNone/>
              <a:defRPr sz="1292">
                <a:solidFill>
                  <a:schemeClr val="tx1">
                    <a:tint val="75000"/>
                  </a:schemeClr>
                </a:solidFill>
              </a:defRPr>
            </a:lvl6pPr>
            <a:lvl7pPr marL="2532248" indent="0">
              <a:buNone/>
              <a:defRPr sz="1292">
                <a:solidFill>
                  <a:schemeClr val="tx1">
                    <a:tint val="75000"/>
                  </a:schemeClr>
                </a:solidFill>
              </a:defRPr>
            </a:lvl7pPr>
            <a:lvl8pPr marL="2954289" indent="0">
              <a:buNone/>
              <a:defRPr sz="1292">
                <a:solidFill>
                  <a:schemeClr val="tx1">
                    <a:tint val="75000"/>
                  </a:schemeClr>
                </a:solidFill>
              </a:defRPr>
            </a:lvl8pPr>
            <a:lvl9pPr marL="3376331" indent="0">
              <a:buNone/>
              <a:defRPr sz="1292">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lvl1pPr>
              <a:defRPr/>
            </a:lvl1pPr>
          </a:lstStyle>
          <a:p>
            <a:pPr defTabSz="844083">
              <a:defRPr/>
            </a:pPr>
            <a:fld id="{D9F9D8F7-7826-418A-A320-03E2958CC348}" type="datetimeFigureOut">
              <a:rPr lang="tr-TR" smtClean="0"/>
              <a:pPr defTabSz="844083">
                <a:defRPr/>
              </a:pPr>
              <a:t>14.05.2020</a:t>
            </a:fld>
            <a:endParaRPr lang="tr-TR"/>
          </a:p>
        </p:txBody>
      </p:sp>
      <p:sp>
        <p:nvSpPr>
          <p:cNvPr id="5" name="Altbilgi Yer Tutucusu 4"/>
          <p:cNvSpPr>
            <a:spLocks noGrp="1"/>
          </p:cNvSpPr>
          <p:nvPr>
            <p:ph type="ftr" sz="quarter" idx="11"/>
          </p:nvPr>
        </p:nvSpPr>
        <p:spPr/>
        <p:txBody>
          <a:bodyPr/>
          <a:lstStyle>
            <a:lvl1pPr>
              <a:defRPr/>
            </a:lvl1pPr>
          </a:lstStyle>
          <a:p>
            <a:pPr defTabSz="844083">
              <a:defRPr/>
            </a:pPr>
            <a:endParaRPr lang="tr-TR"/>
          </a:p>
        </p:txBody>
      </p:sp>
      <p:sp>
        <p:nvSpPr>
          <p:cNvPr id="6" name="Slayt Numarası Yer Tutucusu 5"/>
          <p:cNvSpPr>
            <a:spLocks noGrp="1"/>
          </p:cNvSpPr>
          <p:nvPr>
            <p:ph type="sldNum" sz="quarter" idx="12"/>
          </p:nvPr>
        </p:nvSpPr>
        <p:spPr/>
        <p:txBody>
          <a:bodyPr/>
          <a:lstStyle>
            <a:lvl1pPr>
              <a:defRPr/>
            </a:lvl1pPr>
          </a:lstStyle>
          <a:p>
            <a:pPr defTabSz="844083">
              <a:defRPr/>
            </a:pPr>
            <a:fld id="{A66C02AC-D347-446E-BE4A-EAA9CA4B63D6}" type="slidenum">
              <a:rPr lang="tr-TR" smtClean="0"/>
              <a:pPr defTabSz="844083">
                <a:defRPr/>
              </a:pPr>
              <a:t>‹#›</a:t>
            </a:fld>
            <a:endParaRPr lang="tr-TR"/>
          </a:p>
        </p:txBody>
      </p:sp>
    </p:spTree>
    <p:extLst>
      <p:ext uri="{BB962C8B-B14F-4D97-AF65-F5344CB8AC3E}">
        <p14:creationId xmlns:p14="http://schemas.microsoft.com/office/powerpoint/2010/main" val="1772251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2"/>
            <a:ext cx="4038600" cy="4525963"/>
          </a:xfr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2"/>
            <a:ext cx="4038600" cy="4525963"/>
          </a:xfrm>
        </p:spPr>
        <p:txBody>
          <a:bodyPr/>
          <a:lstStyle>
            <a:lvl1pPr>
              <a:defRPr sz="2585"/>
            </a:lvl1pPr>
            <a:lvl2pPr>
              <a:defRPr sz="2215"/>
            </a:lvl2pPr>
            <a:lvl3pPr>
              <a:defRPr sz="1846"/>
            </a:lvl3pPr>
            <a:lvl4pPr>
              <a:defRPr sz="1662"/>
            </a:lvl4pPr>
            <a:lvl5pPr>
              <a:defRPr sz="1662"/>
            </a:lvl5pPr>
            <a:lvl6pPr>
              <a:defRPr sz="1662"/>
            </a:lvl6pPr>
            <a:lvl7pPr>
              <a:defRPr sz="1662"/>
            </a:lvl7pPr>
            <a:lvl8pPr>
              <a:defRPr sz="1662"/>
            </a:lvl8pPr>
            <a:lvl9pPr>
              <a:defRPr sz="1662"/>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3"/>
          <p:cNvSpPr>
            <a:spLocks noGrp="1"/>
          </p:cNvSpPr>
          <p:nvPr>
            <p:ph type="dt" sz="half" idx="10"/>
          </p:nvPr>
        </p:nvSpPr>
        <p:spPr/>
        <p:txBody>
          <a:bodyPr/>
          <a:lstStyle>
            <a:lvl1pPr>
              <a:defRPr/>
            </a:lvl1pPr>
          </a:lstStyle>
          <a:p>
            <a:pPr defTabSz="844083">
              <a:defRPr/>
            </a:pPr>
            <a:fld id="{5AB046EE-74BB-4E43-9FB6-147D94349AC2}" type="datetimeFigureOut">
              <a:rPr lang="tr-TR" smtClean="0"/>
              <a:pPr defTabSz="844083">
                <a:defRPr/>
              </a:pPr>
              <a:t>14.05.2020</a:t>
            </a:fld>
            <a:endParaRPr lang="tr-TR"/>
          </a:p>
        </p:txBody>
      </p:sp>
      <p:sp>
        <p:nvSpPr>
          <p:cNvPr id="6" name="Altbilgi Yer Tutucusu 4"/>
          <p:cNvSpPr>
            <a:spLocks noGrp="1"/>
          </p:cNvSpPr>
          <p:nvPr>
            <p:ph type="ftr" sz="quarter" idx="11"/>
          </p:nvPr>
        </p:nvSpPr>
        <p:spPr/>
        <p:txBody>
          <a:bodyPr/>
          <a:lstStyle>
            <a:lvl1pPr>
              <a:defRPr/>
            </a:lvl1pPr>
          </a:lstStyle>
          <a:p>
            <a:pPr defTabSz="844083">
              <a:defRPr/>
            </a:pPr>
            <a:endParaRPr lang="tr-TR"/>
          </a:p>
        </p:txBody>
      </p:sp>
      <p:sp>
        <p:nvSpPr>
          <p:cNvPr id="7" name="Slayt Numarası Yer Tutucusu 5"/>
          <p:cNvSpPr>
            <a:spLocks noGrp="1"/>
          </p:cNvSpPr>
          <p:nvPr>
            <p:ph type="sldNum" sz="quarter" idx="12"/>
          </p:nvPr>
        </p:nvSpPr>
        <p:spPr/>
        <p:txBody>
          <a:bodyPr/>
          <a:lstStyle>
            <a:lvl1pPr>
              <a:defRPr/>
            </a:lvl1pPr>
          </a:lstStyle>
          <a:p>
            <a:pPr defTabSz="844083">
              <a:defRPr/>
            </a:pPr>
            <a:fld id="{85D8640D-0D50-4593-B541-7B529ECF7A2F}" type="slidenum">
              <a:rPr lang="tr-TR" smtClean="0"/>
              <a:pPr defTabSz="844083">
                <a:defRPr/>
              </a:pPr>
              <a:t>‹#›</a:t>
            </a:fld>
            <a:endParaRPr lang="tr-TR"/>
          </a:p>
        </p:txBody>
      </p:sp>
    </p:spTree>
    <p:extLst>
      <p:ext uri="{BB962C8B-B14F-4D97-AF65-F5344CB8AC3E}">
        <p14:creationId xmlns:p14="http://schemas.microsoft.com/office/powerpoint/2010/main" val="88705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6" y="1535113"/>
            <a:ext cx="4041775" cy="639762"/>
          </a:xfrm>
        </p:spPr>
        <p:txBody>
          <a:bodyPr anchor="b"/>
          <a:lstStyle>
            <a:lvl1pPr marL="0" indent="0">
              <a:buNone/>
              <a:defRPr sz="2215" b="1"/>
            </a:lvl1pPr>
            <a:lvl2pPr marL="422041" indent="0">
              <a:buNone/>
              <a:defRPr sz="1846" b="1"/>
            </a:lvl2pPr>
            <a:lvl3pPr marL="844083" indent="0">
              <a:buNone/>
              <a:defRPr sz="1662" b="1"/>
            </a:lvl3pPr>
            <a:lvl4pPr marL="1266124" indent="0">
              <a:buNone/>
              <a:defRPr sz="1477" b="1"/>
            </a:lvl4pPr>
            <a:lvl5pPr marL="1688165" indent="0">
              <a:buNone/>
              <a:defRPr sz="1477" b="1"/>
            </a:lvl5pPr>
            <a:lvl6pPr marL="2110207" indent="0">
              <a:buNone/>
              <a:defRPr sz="1477" b="1"/>
            </a:lvl6pPr>
            <a:lvl7pPr marL="2532248" indent="0">
              <a:buNone/>
              <a:defRPr sz="1477" b="1"/>
            </a:lvl7pPr>
            <a:lvl8pPr marL="2954289" indent="0">
              <a:buNone/>
              <a:defRPr sz="1477" b="1"/>
            </a:lvl8pPr>
            <a:lvl9pPr marL="3376331" indent="0">
              <a:buNone/>
              <a:defRPr sz="1477"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6" y="2174875"/>
            <a:ext cx="4041775" cy="3951288"/>
          </a:xfrm>
        </p:spPr>
        <p:txBody>
          <a:bodyPr/>
          <a:lstStyle>
            <a:lvl1pPr>
              <a:defRPr sz="2215"/>
            </a:lvl1pPr>
            <a:lvl2pPr>
              <a:defRPr sz="1846"/>
            </a:lvl2pPr>
            <a:lvl3pPr>
              <a:defRPr sz="1662"/>
            </a:lvl3pPr>
            <a:lvl4pPr>
              <a:defRPr sz="1477"/>
            </a:lvl4pPr>
            <a:lvl5pPr>
              <a:defRPr sz="1477"/>
            </a:lvl5pPr>
            <a:lvl6pPr>
              <a:defRPr sz="1477"/>
            </a:lvl6pPr>
            <a:lvl7pPr>
              <a:defRPr sz="1477"/>
            </a:lvl7pPr>
            <a:lvl8pPr>
              <a:defRPr sz="1477"/>
            </a:lvl8pPr>
            <a:lvl9pPr>
              <a:defRPr sz="1477"/>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3"/>
          <p:cNvSpPr>
            <a:spLocks noGrp="1"/>
          </p:cNvSpPr>
          <p:nvPr>
            <p:ph type="dt" sz="half" idx="10"/>
          </p:nvPr>
        </p:nvSpPr>
        <p:spPr/>
        <p:txBody>
          <a:bodyPr/>
          <a:lstStyle>
            <a:lvl1pPr>
              <a:defRPr/>
            </a:lvl1pPr>
          </a:lstStyle>
          <a:p>
            <a:pPr defTabSz="844083">
              <a:defRPr/>
            </a:pPr>
            <a:fld id="{62C6AC27-E684-4387-AD72-7BEA0435ABA8}" type="datetimeFigureOut">
              <a:rPr lang="tr-TR" smtClean="0"/>
              <a:pPr defTabSz="844083">
                <a:defRPr/>
              </a:pPr>
              <a:t>14.05.2020</a:t>
            </a:fld>
            <a:endParaRPr lang="tr-TR"/>
          </a:p>
        </p:txBody>
      </p:sp>
      <p:sp>
        <p:nvSpPr>
          <p:cNvPr id="8" name="Altbilgi Yer Tutucusu 4"/>
          <p:cNvSpPr>
            <a:spLocks noGrp="1"/>
          </p:cNvSpPr>
          <p:nvPr>
            <p:ph type="ftr" sz="quarter" idx="11"/>
          </p:nvPr>
        </p:nvSpPr>
        <p:spPr/>
        <p:txBody>
          <a:bodyPr/>
          <a:lstStyle>
            <a:lvl1pPr>
              <a:defRPr/>
            </a:lvl1pPr>
          </a:lstStyle>
          <a:p>
            <a:pPr defTabSz="844083">
              <a:defRPr/>
            </a:pPr>
            <a:endParaRPr lang="tr-TR"/>
          </a:p>
        </p:txBody>
      </p:sp>
      <p:sp>
        <p:nvSpPr>
          <p:cNvPr id="9" name="Slayt Numarası Yer Tutucusu 5"/>
          <p:cNvSpPr>
            <a:spLocks noGrp="1"/>
          </p:cNvSpPr>
          <p:nvPr>
            <p:ph type="sldNum" sz="quarter" idx="12"/>
          </p:nvPr>
        </p:nvSpPr>
        <p:spPr/>
        <p:txBody>
          <a:bodyPr/>
          <a:lstStyle>
            <a:lvl1pPr>
              <a:defRPr/>
            </a:lvl1pPr>
          </a:lstStyle>
          <a:p>
            <a:pPr defTabSz="844083">
              <a:defRPr/>
            </a:pPr>
            <a:fld id="{A10909EB-F2C3-408E-8379-76629EB8FF55}" type="slidenum">
              <a:rPr lang="tr-TR" smtClean="0"/>
              <a:pPr defTabSz="844083">
                <a:defRPr/>
              </a:pPr>
              <a:t>‹#›</a:t>
            </a:fld>
            <a:endParaRPr lang="tr-TR"/>
          </a:p>
        </p:txBody>
      </p:sp>
    </p:spTree>
    <p:extLst>
      <p:ext uri="{BB962C8B-B14F-4D97-AF65-F5344CB8AC3E}">
        <p14:creationId xmlns:p14="http://schemas.microsoft.com/office/powerpoint/2010/main" val="1045499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3"/>
          <p:cNvSpPr>
            <a:spLocks noGrp="1"/>
          </p:cNvSpPr>
          <p:nvPr>
            <p:ph type="dt" sz="half" idx="10"/>
          </p:nvPr>
        </p:nvSpPr>
        <p:spPr/>
        <p:txBody>
          <a:bodyPr/>
          <a:lstStyle>
            <a:lvl1pPr>
              <a:defRPr/>
            </a:lvl1pPr>
          </a:lstStyle>
          <a:p>
            <a:pPr defTabSz="844083">
              <a:defRPr/>
            </a:pPr>
            <a:fld id="{1C754736-19F3-4B8D-9747-1B189F1F1C60}" type="datetimeFigureOut">
              <a:rPr lang="tr-TR" smtClean="0"/>
              <a:pPr defTabSz="844083">
                <a:defRPr/>
              </a:pPr>
              <a:t>14.05.2020</a:t>
            </a:fld>
            <a:endParaRPr lang="tr-TR"/>
          </a:p>
        </p:txBody>
      </p:sp>
      <p:sp>
        <p:nvSpPr>
          <p:cNvPr id="4" name="Altbilgi Yer Tutucusu 4"/>
          <p:cNvSpPr>
            <a:spLocks noGrp="1"/>
          </p:cNvSpPr>
          <p:nvPr>
            <p:ph type="ftr" sz="quarter" idx="11"/>
          </p:nvPr>
        </p:nvSpPr>
        <p:spPr/>
        <p:txBody>
          <a:bodyPr/>
          <a:lstStyle>
            <a:lvl1pPr>
              <a:defRPr/>
            </a:lvl1pPr>
          </a:lstStyle>
          <a:p>
            <a:pPr defTabSz="844083">
              <a:defRPr/>
            </a:pPr>
            <a:endParaRPr lang="tr-TR"/>
          </a:p>
        </p:txBody>
      </p:sp>
      <p:sp>
        <p:nvSpPr>
          <p:cNvPr id="5" name="Slayt Numarası Yer Tutucusu 5"/>
          <p:cNvSpPr>
            <a:spLocks noGrp="1"/>
          </p:cNvSpPr>
          <p:nvPr>
            <p:ph type="sldNum" sz="quarter" idx="12"/>
          </p:nvPr>
        </p:nvSpPr>
        <p:spPr/>
        <p:txBody>
          <a:bodyPr/>
          <a:lstStyle>
            <a:lvl1pPr>
              <a:defRPr/>
            </a:lvl1pPr>
          </a:lstStyle>
          <a:p>
            <a:pPr defTabSz="844083">
              <a:defRPr/>
            </a:pPr>
            <a:fld id="{DFD0A4DF-D5AE-45AA-805E-8B25F4E99AA4}" type="slidenum">
              <a:rPr lang="tr-TR" smtClean="0"/>
              <a:pPr defTabSz="844083">
                <a:defRPr/>
              </a:pPr>
              <a:t>‹#›</a:t>
            </a:fld>
            <a:endParaRPr lang="tr-TR"/>
          </a:p>
        </p:txBody>
      </p:sp>
    </p:spTree>
    <p:extLst>
      <p:ext uri="{BB962C8B-B14F-4D97-AF65-F5344CB8AC3E}">
        <p14:creationId xmlns:p14="http://schemas.microsoft.com/office/powerpoint/2010/main" val="479775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3"/>
          <p:cNvSpPr>
            <a:spLocks noGrp="1"/>
          </p:cNvSpPr>
          <p:nvPr>
            <p:ph type="dt" sz="half" idx="10"/>
          </p:nvPr>
        </p:nvSpPr>
        <p:spPr/>
        <p:txBody>
          <a:bodyPr/>
          <a:lstStyle>
            <a:lvl1pPr>
              <a:defRPr/>
            </a:lvl1pPr>
          </a:lstStyle>
          <a:p>
            <a:pPr defTabSz="844083">
              <a:defRPr/>
            </a:pPr>
            <a:fld id="{33B73BBA-5859-438D-B644-1B4415E709F2}" type="datetimeFigureOut">
              <a:rPr lang="tr-TR" smtClean="0"/>
              <a:pPr defTabSz="844083">
                <a:defRPr/>
              </a:pPr>
              <a:t>14.05.2020</a:t>
            </a:fld>
            <a:endParaRPr lang="tr-TR"/>
          </a:p>
        </p:txBody>
      </p:sp>
      <p:sp>
        <p:nvSpPr>
          <p:cNvPr id="3" name="Altbilgi Yer Tutucusu 4"/>
          <p:cNvSpPr>
            <a:spLocks noGrp="1"/>
          </p:cNvSpPr>
          <p:nvPr>
            <p:ph type="ftr" sz="quarter" idx="11"/>
          </p:nvPr>
        </p:nvSpPr>
        <p:spPr/>
        <p:txBody>
          <a:bodyPr/>
          <a:lstStyle>
            <a:lvl1pPr>
              <a:defRPr/>
            </a:lvl1pPr>
          </a:lstStyle>
          <a:p>
            <a:pPr defTabSz="844083">
              <a:defRPr/>
            </a:pPr>
            <a:endParaRPr lang="tr-TR"/>
          </a:p>
        </p:txBody>
      </p:sp>
      <p:sp>
        <p:nvSpPr>
          <p:cNvPr id="4" name="Slayt Numarası Yer Tutucusu 5"/>
          <p:cNvSpPr>
            <a:spLocks noGrp="1"/>
          </p:cNvSpPr>
          <p:nvPr>
            <p:ph type="sldNum" sz="quarter" idx="12"/>
          </p:nvPr>
        </p:nvSpPr>
        <p:spPr/>
        <p:txBody>
          <a:bodyPr/>
          <a:lstStyle>
            <a:lvl1pPr>
              <a:defRPr/>
            </a:lvl1pPr>
          </a:lstStyle>
          <a:p>
            <a:pPr defTabSz="844083">
              <a:defRPr/>
            </a:pPr>
            <a:fld id="{CE8F9131-434F-455B-A8C8-02632D3D2A0D}" type="slidenum">
              <a:rPr lang="tr-TR" smtClean="0"/>
              <a:pPr defTabSz="844083">
                <a:defRPr/>
              </a:pPr>
              <a:t>‹#›</a:t>
            </a:fld>
            <a:endParaRPr lang="tr-TR"/>
          </a:p>
        </p:txBody>
      </p:sp>
    </p:spTree>
    <p:extLst>
      <p:ext uri="{BB962C8B-B14F-4D97-AF65-F5344CB8AC3E}">
        <p14:creationId xmlns:p14="http://schemas.microsoft.com/office/powerpoint/2010/main" val="3862299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1846" b="1"/>
            </a:lvl1pPr>
          </a:lstStyle>
          <a:p>
            <a:r>
              <a:rPr lang="tr-TR" smtClean="0"/>
              <a:t>Asıl başlık stili için tıklatın</a:t>
            </a:r>
            <a:endParaRPr lang="tr-TR"/>
          </a:p>
        </p:txBody>
      </p:sp>
      <p:sp>
        <p:nvSpPr>
          <p:cNvPr id="3" name="İçerik Yer Tutucusu 2"/>
          <p:cNvSpPr>
            <a:spLocks noGrp="1"/>
          </p:cNvSpPr>
          <p:nvPr>
            <p:ph idx="1"/>
          </p:nvPr>
        </p:nvSpPr>
        <p:spPr>
          <a:xfrm>
            <a:off x="3575051" y="273052"/>
            <a:ext cx="5111750" cy="5853113"/>
          </a:xfrm>
        </p:spPr>
        <p:txBody>
          <a:bodyPr/>
          <a:lstStyle>
            <a:lvl1pPr>
              <a:defRPr sz="2954"/>
            </a:lvl1pPr>
            <a:lvl2pPr>
              <a:defRPr sz="2585"/>
            </a:lvl2pPr>
            <a:lvl3pPr>
              <a:defRPr sz="2215"/>
            </a:lvl3pPr>
            <a:lvl4pPr>
              <a:defRPr sz="1846"/>
            </a:lvl4pPr>
            <a:lvl5pPr>
              <a:defRPr sz="1846"/>
            </a:lvl5pPr>
            <a:lvl6pPr>
              <a:defRPr sz="1846"/>
            </a:lvl6pPr>
            <a:lvl7pPr>
              <a:defRPr sz="1846"/>
            </a:lvl7pPr>
            <a:lvl8pPr>
              <a:defRPr sz="1846"/>
            </a:lvl8pPr>
            <a:lvl9pPr>
              <a:defRPr sz="1846"/>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2"/>
            <a:ext cx="3008313" cy="4691063"/>
          </a:xfr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tr-TR" smtClean="0"/>
              <a:t>Asıl metin stillerini düzenlemek için tıklatın</a:t>
            </a:r>
          </a:p>
        </p:txBody>
      </p:sp>
      <p:sp>
        <p:nvSpPr>
          <p:cNvPr id="5" name="Veri Yer Tutucusu 3"/>
          <p:cNvSpPr>
            <a:spLocks noGrp="1"/>
          </p:cNvSpPr>
          <p:nvPr>
            <p:ph type="dt" sz="half" idx="10"/>
          </p:nvPr>
        </p:nvSpPr>
        <p:spPr/>
        <p:txBody>
          <a:bodyPr/>
          <a:lstStyle>
            <a:lvl1pPr>
              <a:defRPr/>
            </a:lvl1pPr>
          </a:lstStyle>
          <a:p>
            <a:pPr defTabSz="844083">
              <a:defRPr/>
            </a:pPr>
            <a:fld id="{2077B444-72C5-497C-BE5B-7B77A8803B3C}" type="datetimeFigureOut">
              <a:rPr lang="tr-TR" smtClean="0"/>
              <a:pPr defTabSz="844083">
                <a:defRPr/>
              </a:pPr>
              <a:t>14.05.2020</a:t>
            </a:fld>
            <a:endParaRPr lang="tr-TR"/>
          </a:p>
        </p:txBody>
      </p:sp>
      <p:sp>
        <p:nvSpPr>
          <p:cNvPr id="6" name="Altbilgi Yer Tutucusu 4"/>
          <p:cNvSpPr>
            <a:spLocks noGrp="1"/>
          </p:cNvSpPr>
          <p:nvPr>
            <p:ph type="ftr" sz="quarter" idx="11"/>
          </p:nvPr>
        </p:nvSpPr>
        <p:spPr/>
        <p:txBody>
          <a:bodyPr/>
          <a:lstStyle>
            <a:lvl1pPr>
              <a:defRPr/>
            </a:lvl1pPr>
          </a:lstStyle>
          <a:p>
            <a:pPr defTabSz="844083">
              <a:defRPr/>
            </a:pPr>
            <a:endParaRPr lang="tr-TR"/>
          </a:p>
        </p:txBody>
      </p:sp>
      <p:sp>
        <p:nvSpPr>
          <p:cNvPr id="7" name="Slayt Numarası Yer Tutucusu 5"/>
          <p:cNvSpPr>
            <a:spLocks noGrp="1"/>
          </p:cNvSpPr>
          <p:nvPr>
            <p:ph type="sldNum" sz="quarter" idx="12"/>
          </p:nvPr>
        </p:nvSpPr>
        <p:spPr/>
        <p:txBody>
          <a:bodyPr/>
          <a:lstStyle>
            <a:lvl1pPr>
              <a:defRPr/>
            </a:lvl1pPr>
          </a:lstStyle>
          <a:p>
            <a:pPr defTabSz="844083">
              <a:defRPr/>
            </a:pPr>
            <a:fld id="{01F1AD89-9624-4272-A68B-A7781B80B9DC}" type="slidenum">
              <a:rPr lang="tr-TR" smtClean="0"/>
              <a:pPr defTabSz="844083">
                <a:defRPr/>
              </a:pPr>
              <a:t>‹#›</a:t>
            </a:fld>
            <a:endParaRPr lang="tr-TR"/>
          </a:p>
        </p:txBody>
      </p:sp>
    </p:spTree>
    <p:extLst>
      <p:ext uri="{BB962C8B-B14F-4D97-AF65-F5344CB8AC3E}">
        <p14:creationId xmlns:p14="http://schemas.microsoft.com/office/powerpoint/2010/main" val="2513194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1846"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rtlCol="0">
            <a:normAutofit/>
          </a:bodyPr>
          <a:lstStyle>
            <a:lvl1pPr marL="0" indent="0">
              <a:buNone/>
              <a:defRPr sz="2954"/>
            </a:lvl1pPr>
            <a:lvl2pPr marL="422041" indent="0">
              <a:buNone/>
              <a:defRPr sz="2585"/>
            </a:lvl2pPr>
            <a:lvl3pPr marL="844083" indent="0">
              <a:buNone/>
              <a:defRPr sz="2215"/>
            </a:lvl3pPr>
            <a:lvl4pPr marL="1266124" indent="0">
              <a:buNone/>
              <a:defRPr sz="1846"/>
            </a:lvl4pPr>
            <a:lvl5pPr marL="1688165" indent="0">
              <a:buNone/>
              <a:defRPr sz="1846"/>
            </a:lvl5pPr>
            <a:lvl6pPr marL="2110207" indent="0">
              <a:buNone/>
              <a:defRPr sz="1846"/>
            </a:lvl6pPr>
            <a:lvl7pPr marL="2532248" indent="0">
              <a:buNone/>
              <a:defRPr sz="1846"/>
            </a:lvl7pPr>
            <a:lvl8pPr marL="2954289" indent="0">
              <a:buNone/>
              <a:defRPr sz="1846"/>
            </a:lvl8pPr>
            <a:lvl9pPr marL="3376331" indent="0">
              <a:buNone/>
              <a:defRPr sz="1846"/>
            </a:lvl9pPr>
          </a:lstStyle>
          <a:p>
            <a:pPr lvl="0"/>
            <a:endParaRPr lang="tr-TR" noProof="0"/>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292"/>
            </a:lvl1pPr>
            <a:lvl2pPr marL="422041" indent="0">
              <a:buNone/>
              <a:defRPr sz="1108"/>
            </a:lvl2pPr>
            <a:lvl3pPr marL="844083" indent="0">
              <a:buNone/>
              <a:defRPr sz="923"/>
            </a:lvl3pPr>
            <a:lvl4pPr marL="1266124" indent="0">
              <a:buNone/>
              <a:defRPr sz="831"/>
            </a:lvl4pPr>
            <a:lvl5pPr marL="1688165" indent="0">
              <a:buNone/>
              <a:defRPr sz="831"/>
            </a:lvl5pPr>
            <a:lvl6pPr marL="2110207" indent="0">
              <a:buNone/>
              <a:defRPr sz="831"/>
            </a:lvl6pPr>
            <a:lvl7pPr marL="2532248" indent="0">
              <a:buNone/>
              <a:defRPr sz="831"/>
            </a:lvl7pPr>
            <a:lvl8pPr marL="2954289" indent="0">
              <a:buNone/>
              <a:defRPr sz="831"/>
            </a:lvl8pPr>
            <a:lvl9pPr marL="3376331" indent="0">
              <a:buNone/>
              <a:defRPr sz="831"/>
            </a:lvl9pPr>
          </a:lstStyle>
          <a:p>
            <a:pPr lvl="0"/>
            <a:r>
              <a:rPr lang="tr-TR" smtClean="0"/>
              <a:t>Asıl metin stillerini düzenlemek için tıklatın</a:t>
            </a:r>
          </a:p>
        </p:txBody>
      </p:sp>
      <p:sp>
        <p:nvSpPr>
          <p:cNvPr id="5" name="Veri Yer Tutucusu 3"/>
          <p:cNvSpPr>
            <a:spLocks noGrp="1"/>
          </p:cNvSpPr>
          <p:nvPr>
            <p:ph type="dt" sz="half" idx="10"/>
          </p:nvPr>
        </p:nvSpPr>
        <p:spPr/>
        <p:txBody>
          <a:bodyPr/>
          <a:lstStyle>
            <a:lvl1pPr>
              <a:defRPr/>
            </a:lvl1pPr>
          </a:lstStyle>
          <a:p>
            <a:pPr defTabSz="844083">
              <a:defRPr/>
            </a:pPr>
            <a:fld id="{3D3D0150-C391-4BBA-8768-C5EEEA697C74}" type="datetimeFigureOut">
              <a:rPr lang="tr-TR" smtClean="0"/>
              <a:pPr defTabSz="844083">
                <a:defRPr/>
              </a:pPr>
              <a:t>14.05.2020</a:t>
            </a:fld>
            <a:endParaRPr lang="tr-TR"/>
          </a:p>
        </p:txBody>
      </p:sp>
      <p:sp>
        <p:nvSpPr>
          <p:cNvPr id="6" name="Altbilgi Yer Tutucusu 4"/>
          <p:cNvSpPr>
            <a:spLocks noGrp="1"/>
          </p:cNvSpPr>
          <p:nvPr>
            <p:ph type="ftr" sz="quarter" idx="11"/>
          </p:nvPr>
        </p:nvSpPr>
        <p:spPr/>
        <p:txBody>
          <a:bodyPr/>
          <a:lstStyle>
            <a:lvl1pPr>
              <a:defRPr/>
            </a:lvl1pPr>
          </a:lstStyle>
          <a:p>
            <a:pPr defTabSz="844083">
              <a:defRPr/>
            </a:pPr>
            <a:endParaRPr lang="tr-TR"/>
          </a:p>
        </p:txBody>
      </p:sp>
      <p:sp>
        <p:nvSpPr>
          <p:cNvPr id="7" name="Slayt Numarası Yer Tutucusu 5"/>
          <p:cNvSpPr>
            <a:spLocks noGrp="1"/>
          </p:cNvSpPr>
          <p:nvPr>
            <p:ph type="sldNum" sz="quarter" idx="12"/>
          </p:nvPr>
        </p:nvSpPr>
        <p:spPr/>
        <p:txBody>
          <a:bodyPr/>
          <a:lstStyle>
            <a:lvl1pPr>
              <a:defRPr/>
            </a:lvl1pPr>
          </a:lstStyle>
          <a:p>
            <a:pPr defTabSz="844083">
              <a:defRPr/>
            </a:pPr>
            <a:fld id="{AE14A4C3-C2DE-496D-A7D8-8F04796E984D}" type="slidenum">
              <a:rPr lang="tr-TR" smtClean="0"/>
              <a:pPr defTabSz="844083">
                <a:defRPr/>
              </a:pPr>
              <a:t>‹#›</a:t>
            </a:fld>
            <a:endParaRPr lang="tr-TR"/>
          </a:p>
        </p:txBody>
      </p:sp>
    </p:spTree>
    <p:extLst>
      <p:ext uri="{BB962C8B-B14F-4D97-AF65-F5344CB8AC3E}">
        <p14:creationId xmlns:p14="http://schemas.microsoft.com/office/powerpoint/2010/main" val="2562297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lvl1pPr>
              <a:defRPr/>
            </a:lvl1pPr>
          </a:lstStyle>
          <a:p>
            <a:pPr defTabSz="844083">
              <a:defRPr/>
            </a:pPr>
            <a:fld id="{34DFD5F9-44F4-4387-8FA2-FEB25C24BFB3}" type="datetimeFigureOut">
              <a:rPr lang="tr-TR" smtClean="0"/>
              <a:pPr defTabSz="844083">
                <a:defRPr/>
              </a:pPr>
              <a:t>14.05.2020</a:t>
            </a:fld>
            <a:endParaRPr lang="tr-TR"/>
          </a:p>
        </p:txBody>
      </p:sp>
      <p:sp>
        <p:nvSpPr>
          <p:cNvPr id="5" name="Altbilgi Yer Tutucusu 4"/>
          <p:cNvSpPr>
            <a:spLocks noGrp="1"/>
          </p:cNvSpPr>
          <p:nvPr>
            <p:ph type="ftr" sz="quarter" idx="11"/>
          </p:nvPr>
        </p:nvSpPr>
        <p:spPr/>
        <p:txBody>
          <a:bodyPr/>
          <a:lstStyle>
            <a:lvl1pPr>
              <a:defRPr/>
            </a:lvl1pPr>
          </a:lstStyle>
          <a:p>
            <a:pPr defTabSz="844083">
              <a:defRPr/>
            </a:pPr>
            <a:endParaRPr lang="tr-TR"/>
          </a:p>
        </p:txBody>
      </p:sp>
      <p:sp>
        <p:nvSpPr>
          <p:cNvPr id="6" name="Slayt Numarası Yer Tutucusu 5"/>
          <p:cNvSpPr>
            <a:spLocks noGrp="1"/>
          </p:cNvSpPr>
          <p:nvPr>
            <p:ph type="sldNum" sz="quarter" idx="12"/>
          </p:nvPr>
        </p:nvSpPr>
        <p:spPr/>
        <p:txBody>
          <a:bodyPr/>
          <a:lstStyle>
            <a:lvl1pPr>
              <a:defRPr/>
            </a:lvl1pPr>
          </a:lstStyle>
          <a:p>
            <a:pPr defTabSz="844083">
              <a:defRPr/>
            </a:pPr>
            <a:fld id="{4DBF4FE2-7E38-47F7-8EE8-1771726F7B69}" type="slidenum">
              <a:rPr lang="tr-TR" smtClean="0"/>
              <a:pPr defTabSz="844083">
                <a:defRPr/>
              </a:pPr>
              <a:t>‹#›</a:t>
            </a:fld>
            <a:endParaRPr lang="tr-TR"/>
          </a:p>
        </p:txBody>
      </p:sp>
    </p:spTree>
    <p:extLst>
      <p:ext uri="{BB962C8B-B14F-4D97-AF65-F5344CB8AC3E}">
        <p14:creationId xmlns:p14="http://schemas.microsoft.com/office/powerpoint/2010/main" val="3768676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40"/>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40"/>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lvl1pPr>
              <a:defRPr/>
            </a:lvl1pPr>
          </a:lstStyle>
          <a:p>
            <a:pPr defTabSz="844083">
              <a:defRPr/>
            </a:pPr>
            <a:fld id="{9A49C8D1-2C37-46E4-AC4A-EE2B1EE47E13}" type="datetimeFigureOut">
              <a:rPr lang="tr-TR" smtClean="0"/>
              <a:pPr defTabSz="844083">
                <a:defRPr/>
              </a:pPr>
              <a:t>14.05.2020</a:t>
            </a:fld>
            <a:endParaRPr lang="tr-TR"/>
          </a:p>
        </p:txBody>
      </p:sp>
      <p:sp>
        <p:nvSpPr>
          <p:cNvPr id="5" name="Altbilgi Yer Tutucusu 4"/>
          <p:cNvSpPr>
            <a:spLocks noGrp="1"/>
          </p:cNvSpPr>
          <p:nvPr>
            <p:ph type="ftr" sz="quarter" idx="11"/>
          </p:nvPr>
        </p:nvSpPr>
        <p:spPr/>
        <p:txBody>
          <a:bodyPr/>
          <a:lstStyle>
            <a:lvl1pPr>
              <a:defRPr/>
            </a:lvl1pPr>
          </a:lstStyle>
          <a:p>
            <a:pPr defTabSz="844083">
              <a:defRPr/>
            </a:pPr>
            <a:endParaRPr lang="tr-TR"/>
          </a:p>
        </p:txBody>
      </p:sp>
      <p:sp>
        <p:nvSpPr>
          <p:cNvPr id="6" name="Slayt Numarası Yer Tutucusu 5"/>
          <p:cNvSpPr>
            <a:spLocks noGrp="1"/>
          </p:cNvSpPr>
          <p:nvPr>
            <p:ph type="sldNum" sz="quarter" idx="12"/>
          </p:nvPr>
        </p:nvSpPr>
        <p:spPr/>
        <p:txBody>
          <a:bodyPr/>
          <a:lstStyle>
            <a:lvl1pPr>
              <a:defRPr/>
            </a:lvl1pPr>
          </a:lstStyle>
          <a:p>
            <a:pPr defTabSz="844083">
              <a:defRPr/>
            </a:pPr>
            <a:fld id="{7A4780B8-231F-4F1A-A2F3-672A246BF14D}" type="slidenum">
              <a:rPr lang="tr-TR" smtClean="0"/>
              <a:pPr defTabSz="844083">
                <a:defRPr/>
              </a:pPr>
              <a:t>‹#›</a:t>
            </a:fld>
            <a:endParaRPr lang="tr-TR"/>
          </a:p>
        </p:txBody>
      </p:sp>
    </p:spTree>
    <p:extLst>
      <p:ext uri="{BB962C8B-B14F-4D97-AF65-F5344CB8AC3E}">
        <p14:creationId xmlns:p14="http://schemas.microsoft.com/office/powerpoint/2010/main" val="17285742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Başlık, Metin ve İçerik">
    <p:spTree>
      <p:nvGrpSpPr>
        <p:cNvPr id="1" name=""/>
        <p:cNvGrpSpPr/>
        <p:nvPr/>
      </p:nvGrpSpPr>
      <p:grpSpPr>
        <a:xfrm>
          <a:off x="0" y="0"/>
          <a:ext cx="0" cy="0"/>
          <a:chOff x="0" y="0"/>
          <a:chExt cx="0" cy="0"/>
        </a:xfrm>
      </p:grpSpPr>
      <p:sp>
        <p:nvSpPr>
          <p:cNvPr id="2" name="Başlık 1"/>
          <p:cNvSpPr>
            <a:spLocks noGrp="1"/>
          </p:cNvSpPr>
          <p:nvPr>
            <p:ph type="title"/>
          </p:nvPr>
        </p:nvSpPr>
        <p:spPr>
          <a:xfrm>
            <a:off x="1150939" y="214314"/>
            <a:ext cx="7793037" cy="1462087"/>
          </a:xfrm>
        </p:spPr>
        <p:txBody>
          <a:bodyPr/>
          <a:lstStyle/>
          <a:p>
            <a:r>
              <a:rPr lang="tr-TR" smtClean="0"/>
              <a:t>Asıl başlık stili için tıklatın</a:t>
            </a:r>
            <a:endParaRPr lang="tr-TR"/>
          </a:p>
        </p:txBody>
      </p:sp>
      <p:sp>
        <p:nvSpPr>
          <p:cNvPr id="3" name="Metin Yer Tutucusu 2"/>
          <p:cNvSpPr>
            <a:spLocks noGrp="1"/>
          </p:cNvSpPr>
          <p:nvPr>
            <p:ph type="body" sz="half" idx="1"/>
          </p:nvPr>
        </p:nvSpPr>
        <p:spPr>
          <a:xfrm>
            <a:off x="1182688" y="2017713"/>
            <a:ext cx="3810000" cy="411480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5145088" y="2017713"/>
            <a:ext cx="3810000" cy="411480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Date Placeholder 3"/>
          <p:cNvSpPr>
            <a:spLocks noGrp="1"/>
          </p:cNvSpPr>
          <p:nvPr>
            <p:ph type="dt" sz="half" idx="10"/>
          </p:nvPr>
        </p:nvSpPr>
        <p:spPr/>
        <p:txBody>
          <a:bodyPr/>
          <a:lstStyle>
            <a:lvl1pPr>
              <a:defRPr>
                <a:solidFill>
                  <a:srgbClr val="04617B">
                    <a:shade val="90000"/>
                  </a:srgbClr>
                </a:solidFill>
              </a:defRPr>
            </a:lvl1pPr>
          </a:lstStyle>
          <a:p>
            <a:pPr defTabSz="844083">
              <a:defRPr/>
            </a:pPr>
            <a:endParaRPr lang="tr-TR"/>
          </a:p>
        </p:txBody>
      </p:sp>
      <p:sp>
        <p:nvSpPr>
          <p:cNvPr id="6" name="Footer Placeholder 4"/>
          <p:cNvSpPr>
            <a:spLocks noGrp="1"/>
          </p:cNvSpPr>
          <p:nvPr>
            <p:ph type="ftr" sz="quarter" idx="11"/>
          </p:nvPr>
        </p:nvSpPr>
        <p:spPr/>
        <p:txBody>
          <a:bodyPr/>
          <a:lstStyle>
            <a:lvl1pPr>
              <a:defRPr>
                <a:solidFill>
                  <a:srgbClr val="04617B">
                    <a:shade val="90000"/>
                  </a:srgbClr>
                </a:solidFill>
              </a:defRPr>
            </a:lvl1pPr>
          </a:lstStyle>
          <a:p>
            <a:pPr defTabSz="844083">
              <a:defRPr/>
            </a:pPr>
            <a:endParaRPr lang="tr-TR"/>
          </a:p>
        </p:txBody>
      </p:sp>
      <p:sp>
        <p:nvSpPr>
          <p:cNvPr id="7" name="Slide Number Placeholder 5"/>
          <p:cNvSpPr>
            <a:spLocks noGrp="1"/>
          </p:cNvSpPr>
          <p:nvPr>
            <p:ph type="sldNum" sz="quarter" idx="12"/>
          </p:nvPr>
        </p:nvSpPr>
        <p:spPr/>
        <p:txBody>
          <a:bodyPr/>
          <a:lstStyle>
            <a:lvl1pPr>
              <a:defRPr>
                <a:solidFill>
                  <a:srgbClr val="04617B">
                    <a:shade val="90000"/>
                  </a:srgbClr>
                </a:solidFill>
              </a:defRPr>
            </a:lvl1pPr>
          </a:lstStyle>
          <a:p>
            <a:pPr defTabSz="844083">
              <a:defRPr/>
            </a:pPr>
            <a:fld id="{ED6CA1BD-6D50-432B-A24E-8394D88B3524}" type="slidenum">
              <a:rPr lang="tr-TR" smtClean="0"/>
              <a:pPr defTabSz="844083">
                <a:defRPr/>
              </a:pPr>
              <a:t>‹#›</a:t>
            </a:fld>
            <a:endParaRPr lang="tr-TR"/>
          </a:p>
        </p:txBody>
      </p:sp>
    </p:spTree>
    <p:extLst>
      <p:ext uri="{BB962C8B-B14F-4D97-AF65-F5344CB8AC3E}">
        <p14:creationId xmlns:p14="http://schemas.microsoft.com/office/powerpoint/2010/main" val="622415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9" name="8 Başlık"/>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3151"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tr-TR" smtClean="0"/>
              <a:t>Asıl başlık stili için tıklatın</a:t>
            </a:r>
            <a:endParaRPr lang="en-US"/>
          </a:p>
        </p:txBody>
      </p:sp>
      <p:sp>
        <p:nvSpPr>
          <p:cNvPr id="17" name="16 Alt Başlık"/>
          <p:cNvSpPr>
            <a:spLocks noGrp="1"/>
          </p:cNvSpPr>
          <p:nvPr>
            <p:ph type="subTitle" idx="1"/>
          </p:nvPr>
        </p:nvSpPr>
        <p:spPr>
          <a:xfrm>
            <a:off x="533400" y="3228536"/>
            <a:ext cx="7854696" cy="1752600"/>
          </a:xfrm>
        </p:spPr>
        <p:txBody>
          <a:bodyPr lIns="0" rIns="18288"/>
          <a:lstStyle>
            <a:lvl1pPr marL="0" marR="25718" indent="0" algn="r">
              <a:buNone/>
              <a:defRPr>
                <a:solidFill>
                  <a:schemeClr val="tx1"/>
                </a:solidFill>
              </a:defRPr>
            </a:lvl1pPr>
            <a:lvl2pPr marL="257181" indent="0" algn="ctr">
              <a:buNone/>
            </a:lvl2pPr>
            <a:lvl3pPr marL="514363" indent="0" algn="ctr">
              <a:buNone/>
            </a:lvl3pPr>
            <a:lvl4pPr marL="771545" indent="0" algn="ctr">
              <a:buNone/>
            </a:lvl4pPr>
            <a:lvl5pPr marL="1028726" indent="0" algn="ctr">
              <a:buNone/>
            </a:lvl5pPr>
            <a:lvl6pPr marL="1285907" indent="0" algn="ctr">
              <a:buNone/>
            </a:lvl6pPr>
            <a:lvl7pPr marL="1543089" indent="0" algn="ctr">
              <a:buNone/>
            </a:lvl7pPr>
            <a:lvl8pPr marL="1800270" indent="0" algn="ctr">
              <a:buNone/>
            </a:lvl8pPr>
            <a:lvl9pPr marL="2057451" indent="0" algn="ctr">
              <a:buNone/>
            </a:lvl9pPr>
          </a:lstStyle>
          <a:p>
            <a:r>
              <a:rPr lang="tr-TR" smtClean="0"/>
              <a:t>Asıl alt başlık stilini düzenlemek için tıklatın</a:t>
            </a:r>
            <a:endParaRPr lang="en-US"/>
          </a:p>
        </p:txBody>
      </p:sp>
      <p:sp>
        <p:nvSpPr>
          <p:cNvPr id="4" name="9 Veri Yer Tutucusu"/>
          <p:cNvSpPr>
            <a:spLocks noGrp="1"/>
          </p:cNvSpPr>
          <p:nvPr>
            <p:ph type="dt" sz="half" idx="10"/>
          </p:nvPr>
        </p:nvSpPr>
        <p:spPr/>
        <p:txBody>
          <a:bodyPr/>
          <a:lstStyle>
            <a:lvl1pPr>
              <a:defRPr/>
            </a:lvl1pPr>
          </a:lstStyle>
          <a:p>
            <a:pPr defTabSz="514363" fontAlgn="base">
              <a:spcBef>
                <a:spcPct val="0"/>
              </a:spcBef>
              <a:spcAft>
                <a:spcPct val="0"/>
              </a:spcAft>
              <a:defRPr/>
            </a:pPr>
            <a:fld id="{38E510AE-2E0D-4E7F-97DE-4CF60956A922}" type="datetimeFigureOut">
              <a:rPr lang="tr-TR" smtClean="0">
                <a:solidFill>
                  <a:srgbClr val="FFFFFF">
                    <a:shade val="90000"/>
                  </a:srgbClr>
                </a:solidFill>
              </a:rPr>
              <a:pPr defTabSz="514363" fontAlgn="base">
                <a:spcBef>
                  <a:spcPct val="0"/>
                </a:spcBef>
                <a:spcAft>
                  <a:spcPct val="0"/>
                </a:spcAft>
                <a:defRPr/>
              </a:pPr>
              <a:t>14.05.2020</a:t>
            </a:fld>
            <a:endParaRPr lang="tr-TR">
              <a:solidFill>
                <a:srgbClr val="FFFFFF">
                  <a:shade val="90000"/>
                </a:srgbClr>
              </a:solidFill>
            </a:endParaRPr>
          </a:p>
        </p:txBody>
      </p:sp>
      <p:sp>
        <p:nvSpPr>
          <p:cNvPr id="5" name="21 Altbilgi Yer Tutucusu"/>
          <p:cNvSpPr>
            <a:spLocks noGrp="1"/>
          </p:cNvSpPr>
          <p:nvPr>
            <p:ph type="ftr" sz="quarter" idx="11"/>
          </p:nvPr>
        </p:nvSpPr>
        <p:spPr/>
        <p:txBody>
          <a:bodyPr/>
          <a:lstStyle>
            <a:lvl1pPr>
              <a:defRPr/>
            </a:lvl1pPr>
          </a:lstStyle>
          <a:p>
            <a:pPr defTabSz="514363" fontAlgn="base">
              <a:spcBef>
                <a:spcPct val="0"/>
              </a:spcBef>
              <a:spcAft>
                <a:spcPct val="0"/>
              </a:spcAft>
              <a:defRPr/>
            </a:pPr>
            <a:endParaRPr lang="tr-TR">
              <a:solidFill>
                <a:srgbClr val="FFFFFF">
                  <a:shade val="90000"/>
                </a:srgbClr>
              </a:solidFill>
            </a:endParaRPr>
          </a:p>
        </p:txBody>
      </p:sp>
      <p:sp>
        <p:nvSpPr>
          <p:cNvPr id="6" name="17 Slayt Numarası Yer Tutucusu"/>
          <p:cNvSpPr>
            <a:spLocks noGrp="1"/>
          </p:cNvSpPr>
          <p:nvPr>
            <p:ph type="sldNum" sz="quarter" idx="12"/>
          </p:nvPr>
        </p:nvSpPr>
        <p:spPr/>
        <p:txBody>
          <a:bodyPr/>
          <a:lstStyle>
            <a:lvl1pPr>
              <a:defRPr/>
            </a:lvl1pPr>
          </a:lstStyle>
          <a:p>
            <a:pPr defTabSz="514363" fontAlgn="base">
              <a:spcBef>
                <a:spcPct val="0"/>
              </a:spcBef>
              <a:spcAft>
                <a:spcPct val="0"/>
              </a:spcAft>
              <a:defRPr/>
            </a:pPr>
            <a:fld id="{87D6E589-77F1-40D2-98F0-C002571D0902}" type="slidenum">
              <a:rPr lang="tr-TR" altLang="tr-TR" smtClean="0">
                <a:latin typeface="Arial" panose="020B0604020202020204" pitchFamily="34" charset="0"/>
              </a:rPr>
              <a:pPr defTabSz="51436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20743645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en-US"/>
          </a:p>
        </p:txBody>
      </p:sp>
      <p:sp>
        <p:nvSpPr>
          <p:cNvPr id="3" name="2 İçerik Yer Tutucusu"/>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9 Veri Yer Tutucusu"/>
          <p:cNvSpPr>
            <a:spLocks noGrp="1"/>
          </p:cNvSpPr>
          <p:nvPr>
            <p:ph type="dt" sz="half" idx="10"/>
          </p:nvPr>
        </p:nvSpPr>
        <p:spPr/>
        <p:txBody>
          <a:bodyPr/>
          <a:lstStyle>
            <a:lvl1pPr>
              <a:defRPr/>
            </a:lvl1pPr>
          </a:lstStyle>
          <a:p>
            <a:pPr defTabSz="514363" fontAlgn="base">
              <a:spcBef>
                <a:spcPct val="0"/>
              </a:spcBef>
              <a:spcAft>
                <a:spcPct val="0"/>
              </a:spcAft>
              <a:defRPr/>
            </a:pPr>
            <a:fld id="{A28331FA-81F8-49B1-8511-5530C2976AF5}" type="datetimeFigureOut">
              <a:rPr lang="tr-TR" smtClean="0">
                <a:solidFill>
                  <a:srgbClr val="FFFFFF">
                    <a:shade val="90000"/>
                  </a:srgbClr>
                </a:solidFill>
              </a:rPr>
              <a:pPr defTabSz="514363" fontAlgn="base">
                <a:spcBef>
                  <a:spcPct val="0"/>
                </a:spcBef>
                <a:spcAft>
                  <a:spcPct val="0"/>
                </a:spcAft>
                <a:defRPr/>
              </a:pPr>
              <a:t>14.05.2020</a:t>
            </a:fld>
            <a:endParaRPr lang="tr-TR">
              <a:solidFill>
                <a:srgbClr val="FFFFFF">
                  <a:shade val="90000"/>
                </a:srgbClr>
              </a:solidFill>
            </a:endParaRPr>
          </a:p>
        </p:txBody>
      </p:sp>
      <p:sp>
        <p:nvSpPr>
          <p:cNvPr id="5" name="21 Altbilgi Yer Tutucusu"/>
          <p:cNvSpPr>
            <a:spLocks noGrp="1"/>
          </p:cNvSpPr>
          <p:nvPr>
            <p:ph type="ftr" sz="quarter" idx="11"/>
          </p:nvPr>
        </p:nvSpPr>
        <p:spPr/>
        <p:txBody>
          <a:bodyPr/>
          <a:lstStyle>
            <a:lvl1pPr>
              <a:defRPr/>
            </a:lvl1pPr>
          </a:lstStyle>
          <a:p>
            <a:pPr defTabSz="514363" fontAlgn="base">
              <a:spcBef>
                <a:spcPct val="0"/>
              </a:spcBef>
              <a:spcAft>
                <a:spcPct val="0"/>
              </a:spcAft>
              <a:defRPr/>
            </a:pPr>
            <a:endParaRPr lang="tr-TR">
              <a:solidFill>
                <a:srgbClr val="FFFFFF">
                  <a:shade val="90000"/>
                </a:srgbClr>
              </a:solidFill>
            </a:endParaRPr>
          </a:p>
        </p:txBody>
      </p:sp>
      <p:sp>
        <p:nvSpPr>
          <p:cNvPr id="6" name="17 Slayt Numarası Yer Tutucusu"/>
          <p:cNvSpPr>
            <a:spLocks noGrp="1"/>
          </p:cNvSpPr>
          <p:nvPr>
            <p:ph type="sldNum" sz="quarter" idx="12"/>
          </p:nvPr>
        </p:nvSpPr>
        <p:spPr/>
        <p:txBody>
          <a:bodyPr/>
          <a:lstStyle>
            <a:lvl1pPr>
              <a:defRPr/>
            </a:lvl1pPr>
          </a:lstStyle>
          <a:p>
            <a:pPr defTabSz="514363" fontAlgn="base">
              <a:spcBef>
                <a:spcPct val="0"/>
              </a:spcBef>
              <a:spcAft>
                <a:spcPct val="0"/>
              </a:spcAft>
              <a:defRPr/>
            </a:pPr>
            <a:fld id="{B5EC3AB6-9D0F-4BEC-927F-3B3C9DC2D00A}" type="slidenum">
              <a:rPr lang="tr-TR" altLang="tr-TR" smtClean="0">
                <a:latin typeface="Arial" panose="020B0604020202020204" pitchFamily="34" charset="0"/>
              </a:rPr>
              <a:pPr defTabSz="51436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1561570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3151"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tr-TR" smtClean="0"/>
              <a:t>Asıl başlık stili için tıklatın</a:t>
            </a:r>
            <a:endParaRPr lang="en-US"/>
          </a:p>
        </p:txBody>
      </p:sp>
      <p:sp>
        <p:nvSpPr>
          <p:cNvPr id="3" name="2 Metin Yer Tutucusu"/>
          <p:cNvSpPr>
            <a:spLocks noGrp="1"/>
          </p:cNvSpPr>
          <p:nvPr>
            <p:ph type="body" idx="1"/>
          </p:nvPr>
        </p:nvSpPr>
        <p:spPr>
          <a:xfrm>
            <a:off x="530352" y="2704664"/>
            <a:ext cx="7772400" cy="1509712"/>
          </a:xfrm>
        </p:spPr>
        <p:txBody>
          <a:bodyPr lIns="45720" rIns="45720"/>
          <a:lstStyle>
            <a:lvl1pPr marL="0" indent="0">
              <a:buNone/>
              <a:defRPr sz="1238">
                <a:solidFill>
                  <a:schemeClr val="tx1"/>
                </a:solidFill>
              </a:defRPr>
            </a:lvl1pPr>
            <a:lvl2pPr>
              <a:buNone/>
              <a:defRPr sz="1013">
                <a:solidFill>
                  <a:schemeClr val="tx1">
                    <a:tint val="75000"/>
                  </a:schemeClr>
                </a:solidFill>
              </a:defRPr>
            </a:lvl2pPr>
            <a:lvl3pPr>
              <a:buNone/>
              <a:defRPr sz="900">
                <a:solidFill>
                  <a:schemeClr val="tx1">
                    <a:tint val="75000"/>
                  </a:schemeClr>
                </a:solidFill>
              </a:defRPr>
            </a:lvl3pPr>
            <a:lvl4pPr>
              <a:buNone/>
              <a:defRPr sz="787">
                <a:solidFill>
                  <a:schemeClr val="tx1">
                    <a:tint val="75000"/>
                  </a:schemeClr>
                </a:solidFill>
              </a:defRPr>
            </a:lvl4pPr>
            <a:lvl5pPr>
              <a:buNone/>
              <a:defRPr sz="787">
                <a:solidFill>
                  <a:schemeClr val="tx1">
                    <a:tint val="75000"/>
                  </a:schemeClr>
                </a:solidFill>
              </a:defRPr>
            </a:lvl5pPr>
          </a:lstStyle>
          <a:p>
            <a:pPr lvl="0"/>
            <a:r>
              <a:rPr lang="tr-TR" smtClean="0"/>
              <a:t>Asıl metin stillerini düzenlemek için tıklatın</a:t>
            </a:r>
          </a:p>
        </p:txBody>
      </p:sp>
      <p:sp>
        <p:nvSpPr>
          <p:cNvPr id="4" name="9 Veri Yer Tutucusu"/>
          <p:cNvSpPr>
            <a:spLocks noGrp="1"/>
          </p:cNvSpPr>
          <p:nvPr>
            <p:ph type="dt" sz="half" idx="10"/>
          </p:nvPr>
        </p:nvSpPr>
        <p:spPr/>
        <p:txBody>
          <a:bodyPr/>
          <a:lstStyle>
            <a:lvl1pPr>
              <a:defRPr/>
            </a:lvl1pPr>
          </a:lstStyle>
          <a:p>
            <a:pPr defTabSz="514363" fontAlgn="base">
              <a:spcBef>
                <a:spcPct val="0"/>
              </a:spcBef>
              <a:spcAft>
                <a:spcPct val="0"/>
              </a:spcAft>
              <a:defRPr/>
            </a:pPr>
            <a:fld id="{D1F33C47-F831-4C5A-ADF0-8025149F6E2F}" type="datetimeFigureOut">
              <a:rPr lang="tr-TR" smtClean="0">
                <a:solidFill>
                  <a:srgbClr val="FFFFFF">
                    <a:shade val="90000"/>
                  </a:srgbClr>
                </a:solidFill>
              </a:rPr>
              <a:pPr defTabSz="514363" fontAlgn="base">
                <a:spcBef>
                  <a:spcPct val="0"/>
                </a:spcBef>
                <a:spcAft>
                  <a:spcPct val="0"/>
                </a:spcAft>
                <a:defRPr/>
              </a:pPr>
              <a:t>14.05.2020</a:t>
            </a:fld>
            <a:endParaRPr lang="tr-TR">
              <a:solidFill>
                <a:srgbClr val="FFFFFF">
                  <a:shade val="90000"/>
                </a:srgbClr>
              </a:solidFill>
            </a:endParaRPr>
          </a:p>
        </p:txBody>
      </p:sp>
      <p:sp>
        <p:nvSpPr>
          <p:cNvPr id="5" name="21 Altbilgi Yer Tutucusu"/>
          <p:cNvSpPr>
            <a:spLocks noGrp="1"/>
          </p:cNvSpPr>
          <p:nvPr>
            <p:ph type="ftr" sz="quarter" idx="11"/>
          </p:nvPr>
        </p:nvSpPr>
        <p:spPr/>
        <p:txBody>
          <a:bodyPr/>
          <a:lstStyle>
            <a:lvl1pPr>
              <a:defRPr/>
            </a:lvl1pPr>
          </a:lstStyle>
          <a:p>
            <a:pPr defTabSz="514363" fontAlgn="base">
              <a:spcBef>
                <a:spcPct val="0"/>
              </a:spcBef>
              <a:spcAft>
                <a:spcPct val="0"/>
              </a:spcAft>
              <a:defRPr/>
            </a:pPr>
            <a:endParaRPr lang="tr-TR">
              <a:solidFill>
                <a:srgbClr val="FFFFFF">
                  <a:shade val="90000"/>
                </a:srgbClr>
              </a:solidFill>
            </a:endParaRPr>
          </a:p>
        </p:txBody>
      </p:sp>
      <p:sp>
        <p:nvSpPr>
          <p:cNvPr id="6" name="17 Slayt Numarası Yer Tutucusu"/>
          <p:cNvSpPr>
            <a:spLocks noGrp="1"/>
          </p:cNvSpPr>
          <p:nvPr>
            <p:ph type="sldNum" sz="quarter" idx="12"/>
          </p:nvPr>
        </p:nvSpPr>
        <p:spPr/>
        <p:txBody>
          <a:bodyPr/>
          <a:lstStyle>
            <a:lvl1pPr>
              <a:defRPr/>
            </a:lvl1pPr>
          </a:lstStyle>
          <a:p>
            <a:pPr defTabSz="514363" fontAlgn="base">
              <a:spcBef>
                <a:spcPct val="0"/>
              </a:spcBef>
              <a:spcAft>
                <a:spcPct val="0"/>
              </a:spcAft>
              <a:defRPr/>
            </a:pPr>
            <a:fld id="{4EF0E19B-95BA-41E8-B0EE-8729ED959957}" type="slidenum">
              <a:rPr lang="tr-TR" altLang="tr-TR" smtClean="0">
                <a:latin typeface="Arial" panose="020B0604020202020204" pitchFamily="34" charset="0"/>
              </a:rPr>
              <a:pPr defTabSz="51436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1764207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704088"/>
            <a:ext cx="8229600" cy="1143000"/>
          </a:xfrm>
        </p:spPr>
        <p:txBody>
          <a:bodyPr/>
          <a:lstStyle/>
          <a:p>
            <a:r>
              <a:rPr lang="tr-TR" smtClean="0"/>
              <a:t>Asıl başlık stili için tıklatın</a:t>
            </a:r>
            <a:endParaRPr lang="en-US"/>
          </a:p>
        </p:txBody>
      </p:sp>
      <p:sp>
        <p:nvSpPr>
          <p:cNvPr id="3" name="2 İçerik Yer Tutucusu"/>
          <p:cNvSpPr>
            <a:spLocks noGrp="1"/>
          </p:cNvSpPr>
          <p:nvPr>
            <p:ph sz="half" idx="1"/>
          </p:nvPr>
        </p:nvSpPr>
        <p:spPr>
          <a:xfrm>
            <a:off x="457200" y="1920085"/>
            <a:ext cx="4038600" cy="4434840"/>
          </a:xfrm>
        </p:spPr>
        <p:txBody>
          <a:bodyPr/>
          <a:lstStyle>
            <a:lvl1pPr>
              <a:defRPr sz="1462"/>
            </a:lvl1pPr>
            <a:lvl2pPr>
              <a:defRPr sz="1350"/>
            </a:lvl2pPr>
            <a:lvl3pPr>
              <a:defRPr sz="1125"/>
            </a:lvl3pPr>
            <a:lvl4pPr>
              <a:defRPr sz="1013"/>
            </a:lvl4pPr>
            <a:lvl5pPr>
              <a:defRPr sz="1013"/>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3 İçerik Yer Tutucusu"/>
          <p:cNvSpPr>
            <a:spLocks noGrp="1"/>
          </p:cNvSpPr>
          <p:nvPr>
            <p:ph sz="half" idx="2"/>
          </p:nvPr>
        </p:nvSpPr>
        <p:spPr>
          <a:xfrm>
            <a:off x="4648200" y="1920085"/>
            <a:ext cx="4038600" cy="4434840"/>
          </a:xfrm>
        </p:spPr>
        <p:txBody>
          <a:bodyPr/>
          <a:lstStyle>
            <a:lvl1pPr>
              <a:defRPr sz="1462"/>
            </a:lvl1pPr>
            <a:lvl2pPr>
              <a:defRPr sz="1350"/>
            </a:lvl2pPr>
            <a:lvl3pPr>
              <a:defRPr sz="1125"/>
            </a:lvl3pPr>
            <a:lvl4pPr>
              <a:defRPr sz="1013"/>
            </a:lvl4pPr>
            <a:lvl5pPr>
              <a:defRPr sz="1013"/>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5" name="9 Veri Yer Tutucusu"/>
          <p:cNvSpPr>
            <a:spLocks noGrp="1"/>
          </p:cNvSpPr>
          <p:nvPr>
            <p:ph type="dt" sz="half" idx="10"/>
          </p:nvPr>
        </p:nvSpPr>
        <p:spPr/>
        <p:txBody>
          <a:bodyPr/>
          <a:lstStyle>
            <a:lvl1pPr>
              <a:defRPr/>
            </a:lvl1pPr>
          </a:lstStyle>
          <a:p>
            <a:pPr defTabSz="514363" fontAlgn="base">
              <a:spcBef>
                <a:spcPct val="0"/>
              </a:spcBef>
              <a:spcAft>
                <a:spcPct val="0"/>
              </a:spcAft>
              <a:defRPr/>
            </a:pPr>
            <a:fld id="{92BC26A2-C3F0-4450-8146-342EC1483DAE}" type="datetimeFigureOut">
              <a:rPr lang="tr-TR" smtClean="0">
                <a:solidFill>
                  <a:srgbClr val="FFFFFF">
                    <a:shade val="90000"/>
                  </a:srgbClr>
                </a:solidFill>
              </a:rPr>
              <a:pPr defTabSz="514363" fontAlgn="base">
                <a:spcBef>
                  <a:spcPct val="0"/>
                </a:spcBef>
                <a:spcAft>
                  <a:spcPct val="0"/>
                </a:spcAft>
                <a:defRPr/>
              </a:pPr>
              <a:t>14.05.2020</a:t>
            </a:fld>
            <a:endParaRPr lang="tr-TR">
              <a:solidFill>
                <a:srgbClr val="FFFFFF">
                  <a:shade val="90000"/>
                </a:srgbClr>
              </a:solidFill>
            </a:endParaRPr>
          </a:p>
        </p:txBody>
      </p:sp>
      <p:sp>
        <p:nvSpPr>
          <p:cNvPr id="6" name="21 Altbilgi Yer Tutucusu"/>
          <p:cNvSpPr>
            <a:spLocks noGrp="1"/>
          </p:cNvSpPr>
          <p:nvPr>
            <p:ph type="ftr" sz="quarter" idx="11"/>
          </p:nvPr>
        </p:nvSpPr>
        <p:spPr/>
        <p:txBody>
          <a:bodyPr/>
          <a:lstStyle>
            <a:lvl1pPr>
              <a:defRPr/>
            </a:lvl1pPr>
          </a:lstStyle>
          <a:p>
            <a:pPr defTabSz="514363" fontAlgn="base">
              <a:spcBef>
                <a:spcPct val="0"/>
              </a:spcBef>
              <a:spcAft>
                <a:spcPct val="0"/>
              </a:spcAft>
              <a:defRPr/>
            </a:pPr>
            <a:endParaRPr lang="tr-TR">
              <a:solidFill>
                <a:srgbClr val="FFFFFF">
                  <a:shade val="90000"/>
                </a:srgbClr>
              </a:solidFill>
            </a:endParaRPr>
          </a:p>
        </p:txBody>
      </p:sp>
      <p:sp>
        <p:nvSpPr>
          <p:cNvPr id="7" name="17 Slayt Numarası Yer Tutucusu"/>
          <p:cNvSpPr>
            <a:spLocks noGrp="1"/>
          </p:cNvSpPr>
          <p:nvPr>
            <p:ph type="sldNum" sz="quarter" idx="12"/>
          </p:nvPr>
        </p:nvSpPr>
        <p:spPr/>
        <p:txBody>
          <a:bodyPr/>
          <a:lstStyle>
            <a:lvl1pPr>
              <a:defRPr/>
            </a:lvl1pPr>
          </a:lstStyle>
          <a:p>
            <a:pPr defTabSz="514363" fontAlgn="base">
              <a:spcBef>
                <a:spcPct val="0"/>
              </a:spcBef>
              <a:spcAft>
                <a:spcPct val="0"/>
              </a:spcAft>
              <a:defRPr/>
            </a:pPr>
            <a:fld id="{48670E2D-A5E6-4022-A6BB-7825603124A6}" type="slidenum">
              <a:rPr lang="tr-TR" altLang="tr-TR" smtClean="0">
                <a:latin typeface="Arial" panose="020B0604020202020204" pitchFamily="34" charset="0"/>
              </a:rPr>
              <a:pPr defTabSz="51436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38794639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a:xfrm>
            <a:off x="457200" y="704088"/>
            <a:ext cx="8229600" cy="1143000"/>
          </a:xfrm>
        </p:spPr>
        <p:txBody>
          <a:bodyPr/>
          <a:lstStyle>
            <a:lvl1pPr>
              <a:defRPr/>
            </a:lvl1pPr>
          </a:lstStyle>
          <a:p>
            <a:r>
              <a:rPr lang="tr-TR" smtClean="0"/>
              <a:t>Asıl başlık stili için tıklatın</a:t>
            </a:r>
            <a:endParaRPr lang="en-US"/>
          </a:p>
        </p:txBody>
      </p:sp>
      <p:sp>
        <p:nvSpPr>
          <p:cNvPr id="3" name="2 Metin Yer Tutucusu"/>
          <p:cNvSpPr>
            <a:spLocks noGrp="1"/>
          </p:cNvSpPr>
          <p:nvPr>
            <p:ph type="body" idx="1"/>
          </p:nvPr>
        </p:nvSpPr>
        <p:spPr>
          <a:xfrm>
            <a:off x="457200" y="1855248"/>
            <a:ext cx="4040188" cy="659352"/>
          </a:xfrm>
        </p:spPr>
        <p:txBody>
          <a:bodyPr lIns="45720" tIns="0" rIns="45720" bIns="0" anchor="ctr">
            <a:noAutofit/>
          </a:bodyPr>
          <a:lstStyle>
            <a:lvl1pPr marL="0" indent="0">
              <a:buNone/>
              <a:defRPr sz="1350" b="1" cap="none" baseline="0">
                <a:solidFill>
                  <a:schemeClr val="tx2"/>
                </a:solidFill>
                <a:effectLst/>
              </a:defRPr>
            </a:lvl1pPr>
            <a:lvl2pPr>
              <a:buNone/>
              <a:defRPr sz="1125" b="1"/>
            </a:lvl2pPr>
            <a:lvl3pPr>
              <a:buNone/>
              <a:defRPr sz="1013" b="1"/>
            </a:lvl3pPr>
            <a:lvl4pPr>
              <a:buNone/>
              <a:defRPr sz="900" b="1"/>
            </a:lvl4pPr>
            <a:lvl5pPr>
              <a:buNone/>
              <a:defRPr sz="900" b="1"/>
            </a:lvl5pPr>
          </a:lstStyle>
          <a:p>
            <a:pPr lvl="0"/>
            <a:r>
              <a:rPr lang="tr-TR" smtClean="0"/>
              <a:t>Asıl metin stillerini düzenlemek için tıklatın</a:t>
            </a:r>
          </a:p>
        </p:txBody>
      </p:sp>
      <p:sp>
        <p:nvSpPr>
          <p:cNvPr id="4" name="3 Metin Yer Tutucusu"/>
          <p:cNvSpPr>
            <a:spLocks noGrp="1"/>
          </p:cNvSpPr>
          <p:nvPr>
            <p:ph type="body" sz="half" idx="3"/>
          </p:nvPr>
        </p:nvSpPr>
        <p:spPr>
          <a:xfrm>
            <a:off x="4645026" y="1859763"/>
            <a:ext cx="4041776" cy="654843"/>
          </a:xfrm>
        </p:spPr>
        <p:txBody>
          <a:bodyPr lIns="45720" tIns="0" rIns="45720" bIns="0" anchor="ctr"/>
          <a:lstStyle>
            <a:lvl1pPr marL="0" indent="0">
              <a:buNone/>
              <a:defRPr sz="1350" b="1" cap="none" baseline="0">
                <a:solidFill>
                  <a:schemeClr val="tx2"/>
                </a:solidFill>
                <a:effectLst/>
              </a:defRPr>
            </a:lvl1pPr>
            <a:lvl2pPr>
              <a:buNone/>
              <a:defRPr sz="1125" b="1"/>
            </a:lvl2pPr>
            <a:lvl3pPr>
              <a:buNone/>
              <a:defRPr sz="1013" b="1"/>
            </a:lvl3pPr>
            <a:lvl4pPr>
              <a:buNone/>
              <a:defRPr sz="900" b="1"/>
            </a:lvl4pPr>
            <a:lvl5pPr>
              <a:buNone/>
              <a:defRPr sz="900" b="1"/>
            </a:lvl5pPr>
          </a:lstStyle>
          <a:p>
            <a:pPr lvl="0"/>
            <a:r>
              <a:rPr lang="tr-TR" smtClean="0"/>
              <a:t>Asıl metin stillerini düzenlemek için tıklatın</a:t>
            </a:r>
          </a:p>
        </p:txBody>
      </p:sp>
      <p:sp>
        <p:nvSpPr>
          <p:cNvPr id="5" name="4 İçerik Yer Tutucusu"/>
          <p:cNvSpPr>
            <a:spLocks noGrp="1"/>
          </p:cNvSpPr>
          <p:nvPr>
            <p:ph sz="quarter" idx="2"/>
          </p:nvPr>
        </p:nvSpPr>
        <p:spPr>
          <a:xfrm>
            <a:off x="457200" y="2514600"/>
            <a:ext cx="4040188" cy="3845720"/>
          </a:xfrm>
        </p:spPr>
        <p:txBody>
          <a:bodyPr tIns="0"/>
          <a:lstStyle>
            <a:lvl1pPr>
              <a:defRPr sz="1238"/>
            </a:lvl1pPr>
            <a:lvl2pPr>
              <a:defRPr sz="1125"/>
            </a:lvl2pPr>
            <a:lvl3pPr>
              <a:defRPr sz="1013"/>
            </a:lvl3pPr>
            <a:lvl4pPr>
              <a:defRPr sz="900"/>
            </a:lvl4pPr>
            <a:lvl5pPr>
              <a:defRPr sz="900"/>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6" name="5 İçerik Yer Tutucusu"/>
          <p:cNvSpPr>
            <a:spLocks noGrp="1"/>
          </p:cNvSpPr>
          <p:nvPr>
            <p:ph sz="quarter" idx="4"/>
          </p:nvPr>
        </p:nvSpPr>
        <p:spPr>
          <a:xfrm>
            <a:off x="4645026" y="2514600"/>
            <a:ext cx="4041776" cy="3845720"/>
          </a:xfrm>
        </p:spPr>
        <p:txBody>
          <a:bodyPr tIns="0"/>
          <a:lstStyle>
            <a:lvl1pPr>
              <a:defRPr sz="1238"/>
            </a:lvl1pPr>
            <a:lvl2pPr>
              <a:defRPr sz="1125"/>
            </a:lvl2pPr>
            <a:lvl3pPr>
              <a:defRPr sz="1013"/>
            </a:lvl3pPr>
            <a:lvl4pPr>
              <a:defRPr sz="900"/>
            </a:lvl4pPr>
            <a:lvl5pPr>
              <a:defRPr sz="900"/>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7" name="9 Veri Yer Tutucusu"/>
          <p:cNvSpPr>
            <a:spLocks noGrp="1"/>
          </p:cNvSpPr>
          <p:nvPr>
            <p:ph type="dt" sz="half" idx="10"/>
          </p:nvPr>
        </p:nvSpPr>
        <p:spPr/>
        <p:txBody>
          <a:bodyPr/>
          <a:lstStyle>
            <a:lvl1pPr>
              <a:defRPr/>
            </a:lvl1pPr>
          </a:lstStyle>
          <a:p>
            <a:pPr defTabSz="514363" fontAlgn="base">
              <a:spcBef>
                <a:spcPct val="0"/>
              </a:spcBef>
              <a:spcAft>
                <a:spcPct val="0"/>
              </a:spcAft>
              <a:defRPr/>
            </a:pPr>
            <a:fld id="{0464B1CE-5E79-4D4D-BF17-59E910C2B9B1}" type="datetimeFigureOut">
              <a:rPr lang="tr-TR" smtClean="0">
                <a:solidFill>
                  <a:srgbClr val="FFFFFF">
                    <a:shade val="90000"/>
                  </a:srgbClr>
                </a:solidFill>
              </a:rPr>
              <a:pPr defTabSz="514363" fontAlgn="base">
                <a:spcBef>
                  <a:spcPct val="0"/>
                </a:spcBef>
                <a:spcAft>
                  <a:spcPct val="0"/>
                </a:spcAft>
                <a:defRPr/>
              </a:pPr>
              <a:t>14.05.2020</a:t>
            </a:fld>
            <a:endParaRPr lang="tr-TR">
              <a:solidFill>
                <a:srgbClr val="FFFFFF">
                  <a:shade val="90000"/>
                </a:srgbClr>
              </a:solidFill>
            </a:endParaRPr>
          </a:p>
        </p:txBody>
      </p:sp>
      <p:sp>
        <p:nvSpPr>
          <p:cNvPr id="8" name="21 Altbilgi Yer Tutucusu"/>
          <p:cNvSpPr>
            <a:spLocks noGrp="1"/>
          </p:cNvSpPr>
          <p:nvPr>
            <p:ph type="ftr" sz="quarter" idx="11"/>
          </p:nvPr>
        </p:nvSpPr>
        <p:spPr/>
        <p:txBody>
          <a:bodyPr/>
          <a:lstStyle>
            <a:lvl1pPr>
              <a:defRPr/>
            </a:lvl1pPr>
          </a:lstStyle>
          <a:p>
            <a:pPr defTabSz="514363" fontAlgn="base">
              <a:spcBef>
                <a:spcPct val="0"/>
              </a:spcBef>
              <a:spcAft>
                <a:spcPct val="0"/>
              </a:spcAft>
              <a:defRPr/>
            </a:pPr>
            <a:endParaRPr lang="tr-TR">
              <a:solidFill>
                <a:srgbClr val="FFFFFF">
                  <a:shade val="90000"/>
                </a:srgbClr>
              </a:solidFill>
            </a:endParaRPr>
          </a:p>
        </p:txBody>
      </p:sp>
      <p:sp>
        <p:nvSpPr>
          <p:cNvPr id="9" name="17 Slayt Numarası Yer Tutucusu"/>
          <p:cNvSpPr>
            <a:spLocks noGrp="1"/>
          </p:cNvSpPr>
          <p:nvPr>
            <p:ph type="sldNum" sz="quarter" idx="12"/>
          </p:nvPr>
        </p:nvSpPr>
        <p:spPr/>
        <p:txBody>
          <a:bodyPr/>
          <a:lstStyle>
            <a:lvl1pPr>
              <a:defRPr/>
            </a:lvl1pPr>
          </a:lstStyle>
          <a:p>
            <a:pPr defTabSz="514363" fontAlgn="base">
              <a:spcBef>
                <a:spcPct val="0"/>
              </a:spcBef>
              <a:spcAft>
                <a:spcPct val="0"/>
              </a:spcAft>
              <a:defRPr/>
            </a:pPr>
            <a:fld id="{AD407740-AEB5-4A5C-B567-EDEDDB08ECE4}" type="slidenum">
              <a:rPr lang="tr-TR" altLang="tr-TR" smtClean="0">
                <a:latin typeface="Arial" panose="020B0604020202020204" pitchFamily="34" charset="0"/>
              </a:rPr>
              <a:pPr defTabSz="51436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32086558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2813" b="0">
                <a:ln>
                  <a:noFill/>
                </a:ln>
                <a:solidFill>
                  <a:schemeClr val="tx2"/>
                </a:solidFill>
                <a:effectLst/>
                <a:latin typeface="+mj-lt"/>
                <a:ea typeface="+mj-ea"/>
                <a:cs typeface="+mj-cs"/>
              </a:defRPr>
            </a:lvl1pPr>
          </a:lstStyle>
          <a:p>
            <a:r>
              <a:rPr lang="tr-TR" smtClean="0"/>
              <a:t>Asıl başlık stili için tıklatın</a:t>
            </a:r>
            <a:endParaRPr lang="en-US"/>
          </a:p>
        </p:txBody>
      </p:sp>
      <p:sp>
        <p:nvSpPr>
          <p:cNvPr id="3" name="9 Veri Yer Tutucusu"/>
          <p:cNvSpPr>
            <a:spLocks noGrp="1"/>
          </p:cNvSpPr>
          <p:nvPr>
            <p:ph type="dt" sz="half" idx="10"/>
          </p:nvPr>
        </p:nvSpPr>
        <p:spPr/>
        <p:txBody>
          <a:bodyPr/>
          <a:lstStyle>
            <a:lvl1pPr>
              <a:defRPr/>
            </a:lvl1pPr>
          </a:lstStyle>
          <a:p>
            <a:pPr defTabSz="514363" fontAlgn="base">
              <a:spcBef>
                <a:spcPct val="0"/>
              </a:spcBef>
              <a:spcAft>
                <a:spcPct val="0"/>
              </a:spcAft>
              <a:defRPr/>
            </a:pPr>
            <a:fld id="{5380A1B2-1E89-4135-B74A-D465337A0D46}" type="datetimeFigureOut">
              <a:rPr lang="tr-TR" smtClean="0">
                <a:solidFill>
                  <a:srgbClr val="FFFFFF">
                    <a:shade val="90000"/>
                  </a:srgbClr>
                </a:solidFill>
              </a:rPr>
              <a:pPr defTabSz="514363" fontAlgn="base">
                <a:spcBef>
                  <a:spcPct val="0"/>
                </a:spcBef>
                <a:spcAft>
                  <a:spcPct val="0"/>
                </a:spcAft>
                <a:defRPr/>
              </a:pPr>
              <a:t>14.05.2020</a:t>
            </a:fld>
            <a:endParaRPr lang="tr-TR">
              <a:solidFill>
                <a:srgbClr val="FFFFFF">
                  <a:shade val="90000"/>
                </a:srgbClr>
              </a:solidFill>
            </a:endParaRPr>
          </a:p>
        </p:txBody>
      </p:sp>
      <p:sp>
        <p:nvSpPr>
          <p:cNvPr id="4" name="21 Altbilgi Yer Tutucusu"/>
          <p:cNvSpPr>
            <a:spLocks noGrp="1"/>
          </p:cNvSpPr>
          <p:nvPr>
            <p:ph type="ftr" sz="quarter" idx="11"/>
          </p:nvPr>
        </p:nvSpPr>
        <p:spPr/>
        <p:txBody>
          <a:bodyPr/>
          <a:lstStyle>
            <a:lvl1pPr>
              <a:defRPr/>
            </a:lvl1pPr>
          </a:lstStyle>
          <a:p>
            <a:pPr defTabSz="514363" fontAlgn="base">
              <a:spcBef>
                <a:spcPct val="0"/>
              </a:spcBef>
              <a:spcAft>
                <a:spcPct val="0"/>
              </a:spcAft>
              <a:defRPr/>
            </a:pPr>
            <a:endParaRPr lang="tr-TR">
              <a:solidFill>
                <a:srgbClr val="FFFFFF">
                  <a:shade val="90000"/>
                </a:srgbClr>
              </a:solidFill>
            </a:endParaRPr>
          </a:p>
        </p:txBody>
      </p:sp>
      <p:sp>
        <p:nvSpPr>
          <p:cNvPr id="5" name="17 Slayt Numarası Yer Tutucusu"/>
          <p:cNvSpPr>
            <a:spLocks noGrp="1"/>
          </p:cNvSpPr>
          <p:nvPr>
            <p:ph type="sldNum" sz="quarter" idx="12"/>
          </p:nvPr>
        </p:nvSpPr>
        <p:spPr/>
        <p:txBody>
          <a:bodyPr/>
          <a:lstStyle>
            <a:lvl1pPr>
              <a:defRPr/>
            </a:lvl1pPr>
          </a:lstStyle>
          <a:p>
            <a:pPr defTabSz="514363" fontAlgn="base">
              <a:spcBef>
                <a:spcPct val="0"/>
              </a:spcBef>
              <a:spcAft>
                <a:spcPct val="0"/>
              </a:spcAft>
              <a:defRPr/>
            </a:pPr>
            <a:fld id="{B4436B09-EFE0-48AB-B0FB-D544A0445CE1}" type="slidenum">
              <a:rPr lang="tr-TR" altLang="tr-TR" smtClean="0">
                <a:latin typeface="Arial" panose="020B0604020202020204" pitchFamily="34" charset="0"/>
              </a:rPr>
              <a:pPr defTabSz="51436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35684950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9 Veri Yer Tutucusu"/>
          <p:cNvSpPr>
            <a:spLocks noGrp="1"/>
          </p:cNvSpPr>
          <p:nvPr>
            <p:ph type="dt" sz="half" idx="10"/>
          </p:nvPr>
        </p:nvSpPr>
        <p:spPr/>
        <p:txBody>
          <a:bodyPr/>
          <a:lstStyle>
            <a:lvl1pPr>
              <a:defRPr/>
            </a:lvl1pPr>
          </a:lstStyle>
          <a:p>
            <a:pPr defTabSz="514363" fontAlgn="base">
              <a:spcBef>
                <a:spcPct val="0"/>
              </a:spcBef>
              <a:spcAft>
                <a:spcPct val="0"/>
              </a:spcAft>
              <a:defRPr/>
            </a:pPr>
            <a:fld id="{1C9DD9D4-007B-441B-B4DC-7428FDDCFDCE}" type="datetimeFigureOut">
              <a:rPr lang="tr-TR" smtClean="0">
                <a:solidFill>
                  <a:srgbClr val="FFFFFF">
                    <a:shade val="90000"/>
                  </a:srgbClr>
                </a:solidFill>
              </a:rPr>
              <a:pPr defTabSz="514363" fontAlgn="base">
                <a:spcBef>
                  <a:spcPct val="0"/>
                </a:spcBef>
                <a:spcAft>
                  <a:spcPct val="0"/>
                </a:spcAft>
                <a:defRPr/>
              </a:pPr>
              <a:t>14.05.2020</a:t>
            </a:fld>
            <a:endParaRPr lang="tr-TR">
              <a:solidFill>
                <a:srgbClr val="FFFFFF">
                  <a:shade val="90000"/>
                </a:srgbClr>
              </a:solidFill>
            </a:endParaRPr>
          </a:p>
        </p:txBody>
      </p:sp>
      <p:sp>
        <p:nvSpPr>
          <p:cNvPr id="3" name="21 Altbilgi Yer Tutucusu"/>
          <p:cNvSpPr>
            <a:spLocks noGrp="1"/>
          </p:cNvSpPr>
          <p:nvPr>
            <p:ph type="ftr" sz="quarter" idx="11"/>
          </p:nvPr>
        </p:nvSpPr>
        <p:spPr/>
        <p:txBody>
          <a:bodyPr/>
          <a:lstStyle>
            <a:lvl1pPr>
              <a:defRPr/>
            </a:lvl1pPr>
          </a:lstStyle>
          <a:p>
            <a:pPr defTabSz="514363" fontAlgn="base">
              <a:spcBef>
                <a:spcPct val="0"/>
              </a:spcBef>
              <a:spcAft>
                <a:spcPct val="0"/>
              </a:spcAft>
              <a:defRPr/>
            </a:pPr>
            <a:endParaRPr lang="tr-TR">
              <a:solidFill>
                <a:srgbClr val="FFFFFF">
                  <a:shade val="90000"/>
                </a:srgbClr>
              </a:solidFill>
            </a:endParaRPr>
          </a:p>
        </p:txBody>
      </p:sp>
      <p:sp>
        <p:nvSpPr>
          <p:cNvPr id="4" name="17 Slayt Numarası Yer Tutucusu"/>
          <p:cNvSpPr>
            <a:spLocks noGrp="1"/>
          </p:cNvSpPr>
          <p:nvPr>
            <p:ph type="sldNum" sz="quarter" idx="12"/>
          </p:nvPr>
        </p:nvSpPr>
        <p:spPr/>
        <p:txBody>
          <a:bodyPr/>
          <a:lstStyle>
            <a:lvl1pPr>
              <a:defRPr/>
            </a:lvl1pPr>
          </a:lstStyle>
          <a:p>
            <a:pPr defTabSz="514363" fontAlgn="base">
              <a:spcBef>
                <a:spcPct val="0"/>
              </a:spcBef>
              <a:spcAft>
                <a:spcPct val="0"/>
              </a:spcAft>
              <a:defRPr/>
            </a:pPr>
            <a:fld id="{5F6442ED-EF47-4B1F-BC1F-74A6D06C2565}" type="slidenum">
              <a:rPr lang="tr-TR" altLang="tr-TR" smtClean="0">
                <a:latin typeface="Arial" panose="020B0604020202020204" pitchFamily="34" charset="0"/>
              </a:rPr>
              <a:pPr defTabSz="51436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32298649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685800" y="514352"/>
            <a:ext cx="2743200" cy="1162050"/>
          </a:xfrm>
        </p:spPr>
        <p:txBody>
          <a:bodyPr>
            <a:noAutofit/>
          </a:bodyPr>
          <a:lstStyle>
            <a:lvl1pPr algn="l" rtl="0">
              <a:spcBef>
                <a:spcPct val="0"/>
              </a:spcBef>
              <a:buNone/>
              <a:defRPr sz="1462" b="0">
                <a:ln>
                  <a:noFill/>
                </a:ln>
                <a:solidFill>
                  <a:schemeClr val="tx2"/>
                </a:solidFill>
                <a:effectLst/>
                <a:latin typeface="+mj-lt"/>
                <a:ea typeface="+mj-ea"/>
                <a:cs typeface="+mj-cs"/>
              </a:defRPr>
            </a:lvl1pPr>
          </a:lstStyle>
          <a:p>
            <a:r>
              <a:rPr lang="tr-TR" smtClean="0"/>
              <a:t>Asıl başlık stili için tıklatın</a:t>
            </a:r>
            <a:endParaRPr lang="en-US"/>
          </a:p>
        </p:txBody>
      </p:sp>
      <p:sp>
        <p:nvSpPr>
          <p:cNvPr id="3" name="2 Metin Yer Tutucusu"/>
          <p:cNvSpPr>
            <a:spLocks noGrp="1"/>
          </p:cNvSpPr>
          <p:nvPr>
            <p:ph type="body" idx="2"/>
          </p:nvPr>
        </p:nvSpPr>
        <p:spPr>
          <a:xfrm>
            <a:off x="685800" y="1676400"/>
            <a:ext cx="2743200" cy="4572000"/>
          </a:xfrm>
        </p:spPr>
        <p:txBody>
          <a:bodyPr lIns="18288" rIns="18288"/>
          <a:lstStyle>
            <a:lvl1pPr marL="0" indent="0" algn="l">
              <a:buNone/>
              <a:defRPr sz="787"/>
            </a:lvl1pPr>
            <a:lvl2pPr indent="0" algn="l">
              <a:buNone/>
              <a:defRPr sz="675"/>
            </a:lvl2pPr>
            <a:lvl3pPr indent="0" algn="l">
              <a:buNone/>
              <a:defRPr sz="562"/>
            </a:lvl3pPr>
            <a:lvl4pPr indent="0" algn="l">
              <a:buNone/>
              <a:defRPr sz="506"/>
            </a:lvl4pPr>
            <a:lvl5pPr indent="0" algn="l">
              <a:buNone/>
              <a:defRPr sz="506"/>
            </a:lvl5pPr>
          </a:lstStyle>
          <a:p>
            <a:pPr lvl="0"/>
            <a:r>
              <a:rPr lang="tr-TR" smtClean="0"/>
              <a:t>Asıl metin stillerini düzenlemek için tıklatın</a:t>
            </a:r>
          </a:p>
        </p:txBody>
      </p:sp>
      <p:sp>
        <p:nvSpPr>
          <p:cNvPr id="4" name="3 İçerik Yer Tutucusu"/>
          <p:cNvSpPr>
            <a:spLocks noGrp="1"/>
          </p:cNvSpPr>
          <p:nvPr>
            <p:ph sz="half" idx="1"/>
          </p:nvPr>
        </p:nvSpPr>
        <p:spPr>
          <a:xfrm>
            <a:off x="3575051" y="1676400"/>
            <a:ext cx="5111750" cy="4572000"/>
          </a:xfrm>
        </p:spPr>
        <p:txBody>
          <a:bodyPr tIns="0"/>
          <a:lstStyle>
            <a:lvl1pPr>
              <a:defRPr sz="1575"/>
            </a:lvl1pPr>
            <a:lvl2pPr>
              <a:defRPr sz="1462"/>
            </a:lvl2pPr>
            <a:lvl3pPr>
              <a:defRPr sz="1350"/>
            </a:lvl3pPr>
            <a:lvl4pPr>
              <a:defRPr sz="1125"/>
            </a:lvl4pPr>
            <a:lvl5pPr>
              <a:defRPr sz="1013"/>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5" name="9 Veri Yer Tutucusu"/>
          <p:cNvSpPr>
            <a:spLocks noGrp="1"/>
          </p:cNvSpPr>
          <p:nvPr>
            <p:ph type="dt" sz="half" idx="10"/>
          </p:nvPr>
        </p:nvSpPr>
        <p:spPr/>
        <p:txBody>
          <a:bodyPr/>
          <a:lstStyle>
            <a:lvl1pPr>
              <a:defRPr/>
            </a:lvl1pPr>
          </a:lstStyle>
          <a:p>
            <a:pPr defTabSz="514363" fontAlgn="base">
              <a:spcBef>
                <a:spcPct val="0"/>
              </a:spcBef>
              <a:spcAft>
                <a:spcPct val="0"/>
              </a:spcAft>
              <a:defRPr/>
            </a:pPr>
            <a:fld id="{95458F5E-9A03-467C-932F-F3C2E9D66BEA}" type="datetimeFigureOut">
              <a:rPr lang="tr-TR" smtClean="0">
                <a:solidFill>
                  <a:srgbClr val="FFFFFF">
                    <a:shade val="90000"/>
                  </a:srgbClr>
                </a:solidFill>
              </a:rPr>
              <a:pPr defTabSz="514363" fontAlgn="base">
                <a:spcBef>
                  <a:spcPct val="0"/>
                </a:spcBef>
                <a:spcAft>
                  <a:spcPct val="0"/>
                </a:spcAft>
                <a:defRPr/>
              </a:pPr>
              <a:t>14.05.2020</a:t>
            </a:fld>
            <a:endParaRPr lang="tr-TR">
              <a:solidFill>
                <a:srgbClr val="FFFFFF">
                  <a:shade val="90000"/>
                </a:srgbClr>
              </a:solidFill>
            </a:endParaRPr>
          </a:p>
        </p:txBody>
      </p:sp>
      <p:sp>
        <p:nvSpPr>
          <p:cNvPr id="6" name="21 Altbilgi Yer Tutucusu"/>
          <p:cNvSpPr>
            <a:spLocks noGrp="1"/>
          </p:cNvSpPr>
          <p:nvPr>
            <p:ph type="ftr" sz="quarter" idx="11"/>
          </p:nvPr>
        </p:nvSpPr>
        <p:spPr/>
        <p:txBody>
          <a:bodyPr/>
          <a:lstStyle>
            <a:lvl1pPr>
              <a:defRPr/>
            </a:lvl1pPr>
          </a:lstStyle>
          <a:p>
            <a:pPr defTabSz="514363" fontAlgn="base">
              <a:spcBef>
                <a:spcPct val="0"/>
              </a:spcBef>
              <a:spcAft>
                <a:spcPct val="0"/>
              </a:spcAft>
              <a:defRPr/>
            </a:pPr>
            <a:endParaRPr lang="tr-TR">
              <a:solidFill>
                <a:srgbClr val="FFFFFF">
                  <a:shade val="90000"/>
                </a:srgbClr>
              </a:solidFill>
            </a:endParaRPr>
          </a:p>
        </p:txBody>
      </p:sp>
      <p:sp>
        <p:nvSpPr>
          <p:cNvPr id="7" name="17 Slayt Numarası Yer Tutucusu"/>
          <p:cNvSpPr>
            <a:spLocks noGrp="1"/>
          </p:cNvSpPr>
          <p:nvPr>
            <p:ph type="sldNum" sz="quarter" idx="12"/>
          </p:nvPr>
        </p:nvSpPr>
        <p:spPr/>
        <p:txBody>
          <a:bodyPr/>
          <a:lstStyle>
            <a:lvl1pPr>
              <a:defRPr/>
            </a:lvl1pPr>
          </a:lstStyle>
          <a:p>
            <a:pPr defTabSz="514363" fontAlgn="base">
              <a:spcBef>
                <a:spcPct val="0"/>
              </a:spcBef>
              <a:spcAft>
                <a:spcPct val="0"/>
              </a:spcAft>
              <a:defRPr/>
            </a:pPr>
            <a:fld id="{AD083728-F7C4-470A-8732-5AC3CD45D99F}" type="slidenum">
              <a:rPr lang="tr-TR" altLang="tr-TR" smtClean="0">
                <a:latin typeface="Arial" panose="020B0604020202020204" pitchFamily="34" charset="0"/>
              </a:rPr>
              <a:pPr defTabSz="51436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38199685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5" name="13 Tek Köşesi Kesik ve Yuvarlatılmış Dikdörtgen"/>
          <p:cNvSpPr/>
          <p:nvPr/>
        </p:nvSpPr>
        <p:spPr>
          <a:xfrm rot="420000" flipV="1">
            <a:off x="3165231"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514363" rtl="0" eaLnBrk="1" fontAlgn="base" latinLnBrk="0" hangingPunct="1">
              <a:lnSpc>
                <a:spcPct val="100000"/>
              </a:lnSpc>
              <a:spcBef>
                <a:spcPct val="0"/>
              </a:spcBef>
              <a:spcAft>
                <a:spcPct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onstantia"/>
              <a:ea typeface="+mn-ea"/>
              <a:cs typeface="+mn-cs"/>
            </a:endParaRPr>
          </a:p>
        </p:txBody>
      </p:sp>
      <p:sp>
        <p:nvSpPr>
          <p:cNvPr id="6" name="14 Dik Üçgen"/>
          <p:cNvSpPr/>
          <p:nvPr/>
        </p:nvSpPr>
        <p:spPr>
          <a:xfrm rot="420000" flipV="1">
            <a:off x="8003932" y="5359405"/>
            <a:ext cx="155331"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514363" rtl="0" eaLnBrk="1" fontAlgn="base" latinLnBrk="0" hangingPunct="1">
              <a:lnSpc>
                <a:spcPct val="100000"/>
              </a:lnSpc>
              <a:spcBef>
                <a:spcPct val="0"/>
              </a:spcBef>
              <a:spcAft>
                <a:spcPct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onstantia"/>
              <a:ea typeface="+mn-ea"/>
              <a:cs typeface="+mn-cs"/>
            </a:endParaRPr>
          </a:p>
        </p:txBody>
      </p:sp>
      <p:sp>
        <p:nvSpPr>
          <p:cNvPr id="7" name="15 Serbest Form"/>
          <p:cNvSpPr>
            <a:spLocks/>
          </p:cNvSpPr>
          <p:nvPr/>
        </p:nvSpPr>
        <p:spPr bwMode="auto">
          <a:xfrm flipV="1">
            <a:off x="-10258" y="5816600"/>
            <a:ext cx="9164516"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514363" rtl="0" eaLnBrk="1" fontAlgn="base" latinLnBrk="0" hangingPunct="1">
              <a:lnSpc>
                <a:spcPct val="100000"/>
              </a:lnSpc>
              <a:spcBef>
                <a:spcPct val="0"/>
              </a:spcBef>
              <a:spcAft>
                <a:spcPct val="0"/>
              </a:spcAft>
              <a:buClrTx/>
              <a:buSzTx/>
              <a:buFontTx/>
              <a:buNone/>
              <a:tabLst/>
              <a:defRPr/>
            </a:pPr>
            <a:endParaRPr kumimoji="0" lang="en-US" sz="1013" b="0" i="0" u="none" strike="noStrike" kern="1200" cap="none" spc="0" normalizeH="0" baseline="0" noProof="0">
              <a:ln>
                <a:noFill/>
              </a:ln>
              <a:solidFill>
                <a:srgbClr val="FFFFFF"/>
              </a:solidFill>
              <a:effectLst/>
              <a:uLnTx/>
              <a:uFillTx/>
              <a:latin typeface="Constantia"/>
              <a:ea typeface="+mn-ea"/>
              <a:cs typeface="+mn-cs"/>
            </a:endParaRPr>
          </a:p>
        </p:txBody>
      </p:sp>
      <p:sp>
        <p:nvSpPr>
          <p:cNvPr id="8" name="16 Serbest Form"/>
          <p:cNvSpPr>
            <a:spLocks/>
          </p:cNvSpPr>
          <p:nvPr/>
        </p:nvSpPr>
        <p:spPr bwMode="auto">
          <a:xfrm flipV="1">
            <a:off x="4381501" y="6219830"/>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514363" rtl="0" eaLnBrk="1" fontAlgn="base" latinLnBrk="0" hangingPunct="1">
              <a:lnSpc>
                <a:spcPct val="100000"/>
              </a:lnSpc>
              <a:spcBef>
                <a:spcPct val="0"/>
              </a:spcBef>
              <a:spcAft>
                <a:spcPct val="0"/>
              </a:spcAft>
              <a:buClrTx/>
              <a:buSzTx/>
              <a:buFontTx/>
              <a:buNone/>
              <a:tabLst/>
              <a:defRPr/>
            </a:pPr>
            <a:endParaRPr kumimoji="0" lang="en-US" sz="1013" b="0" i="0" u="none" strike="noStrike" kern="1200" cap="none" spc="0" normalizeH="0" baseline="0" noProof="0">
              <a:ln>
                <a:noFill/>
              </a:ln>
              <a:solidFill>
                <a:srgbClr val="FFFFFF"/>
              </a:solidFill>
              <a:effectLst/>
              <a:uLnTx/>
              <a:uFillTx/>
              <a:latin typeface="Constantia"/>
              <a:ea typeface="+mn-ea"/>
              <a:cs typeface="+mn-cs"/>
            </a:endParaRPr>
          </a:p>
        </p:txBody>
      </p:sp>
      <p:sp>
        <p:nvSpPr>
          <p:cNvPr id="2" name="1 Başlık"/>
          <p:cNvSpPr>
            <a:spLocks noGrp="1"/>
          </p:cNvSpPr>
          <p:nvPr>
            <p:ph type="title"/>
          </p:nvPr>
        </p:nvSpPr>
        <p:spPr>
          <a:xfrm>
            <a:off x="609600" y="1176999"/>
            <a:ext cx="2212848" cy="1582621"/>
          </a:xfrm>
        </p:spPr>
        <p:txBody>
          <a:bodyPr lIns="45720" rIns="45720" bIns="45720"/>
          <a:lstStyle>
            <a:lvl1pPr algn="l">
              <a:buNone/>
              <a:defRPr sz="1125" b="1">
                <a:solidFill>
                  <a:schemeClr val="tx2"/>
                </a:solidFill>
              </a:defRPr>
            </a:lvl1pPr>
          </a:lstStyle>
          <a:p>
            <a:r>
              <a:rPr lang="tr-TR" smtClean="0"/>
              <a:t>Asıl başlık stili için tıklatın</a:t>
            </a:r>
            <a:endParaRPr lang="en-US"/>
          </a:p>
        </p:txBody>
      </p:sp>
      <p:sp>
        <p:nvSpPr>
          <p:cNvPr id="4" name="3 Metin Yer Tutucusu"/>
          <p:cNvSpPr>
            <a:spLocks noGrp="1"/>
          </p:cNvSpPr>
          <p:nvPr>
            <p:ph type="body" sz="half" idx="2"/>
          </p:nvPr>
        </p:nvSpPr>
        <p:spPr>
          <a:xfrm>
            <a:off x="609600" y="2828785"/>
            <a:ext cx="2209800" cy="2179320"/>
          </a:xfrm>
        </p:spPr>
        <p:txBody>
          <a:bodyPr lIns="64008" rIns="45720"/>
          <a:lstStyle>
            <a:lvl1pPr marL="0" indent="0" algn="l">
              <a:spcBef>
                <a:spcPts val="141"/>
              </a:spcBef>
              <a:buFontTx/>
              <a:buNone/>
              <a:defRPr sz="731"/>
            </a:lvl1pPr>
            <a:lvl2pPr>
              <a:defRPr sz="675"/>
            </a:lvl2pPr>
            <a:lvl3pPr>
              <a:defRPr sz="562"/>
            </a:lvl3pPr>
            <a:lvl4pPr>
              <a:defRPr sz="506"/>
            </a:lvl4pPr>
            <a:lvl5pPr>
              <a:defRPr sz="506"/>
            </a:lvl5pPr>
          </a:lstStyle>
          <a:p>
            <a:pPr lvl="0"/>
            <a:r>
              <a:rPr lang="tr-TR" smtClean="0"/>
              <a:t>Asıl metin stillerini düzenlemek için tıklatın</a:t>
            </a:r>
          </a:p>
        </p:txBody>
      </p:sp>
      <p:sp>
        <p:nvSpPr>
          <p:cNvPr id="3" name="2 Resim Yer Tutucusu"/>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1800"/>
            </a:lvl1pPr>
          </a:lstStyle>
          <a:p>
            <a:pPr lvl="0"/>
            <a:r>
              <a:rPr lang="tr-TR" noProof="0" smtClean="0"/>
              <a:t>Resim eklemek için simgeyi tıklatın</a:t>
            </a:r>
            <a:endParaRPr lang="en-US" noProof="0" dirty="0"/>
          </a:p>
        </p:txBody>
      </p:sp>
      <p:sp>
        <p:nvSpPr>
          <p:cNvPr id="9" name="4 Veri Yer Tutucusu"/>
          <p:cNvSpPr>
            <a:spLocks noGrp="1"/>
          </p:cNvSpPr>
          <p:nvPr>
            <p:ph type="dt" sz="half" idx="10"/>
          </p:nvPr>
        </p:nvSpPr>
        <p:spPr/>
        <p:txBody>
          <a:bodyPr/>
          <a:lstStyle>
            <a:lvl1pPr>
              <a:defRPr/>
            </a:lvl1pPr>
          </a:lstStyle>
          <a:p>
            <a:pPr defTabSz="514363" fontAlgn="base">
              <a:spcBef>
                <a:spcPct val="0"/>
              </a:spcBef>
              <a:spcAft>
                <a:spcPct val="0"/>
              </a:spcAft>
              <a:defRPr/>
            </a:pPr>
            <a:fld id="{46150AA9-2D85-4925-AD05-793785D35D83}" type="datetimeFigureOut">
              <a:rPr lang="tr-TR" smtClean="0">
                <a:solidFill>
                  <a:srgbClr val="FFFFFF">
                    <a:shade val="90000"/>
                  </a:srgbClr>
                </a:solidFill>
              </a:rPr>
              <a:pPr defTabSz="514363" fontAlgn="base">
                <a:spcBef>
                  <a:spcPct val="0"/>
                </a:spcBef>
                <a:spcAft>
                  <a:spcPct val="0"/>
                </a:spcAft>
                <a:defRPr/>
              </a:pPr>
              <a:t>14.05.2020</a:t>
            </a:fld>
            <a:endParaRPr lang="tr-TR">
              <a:solidFill>
                <a:srgbClr val="FFFFFF">
                  <a:shade val="90000"/>
                </a:srgbClr>
              </a:solidFill>
            </a:endParaRPr>
          </a:p>
        </p:txBody>
      </p:sp>
      <p:sp>
        <p:nvSpPr>
          <p:cNvPr id="10" name="5 Altbilgi Yer Tutucusu"/>
          <p:cNvSpPr>
            <a:spLocks noGrp="1"/>
          </p:cNvSpPr>
          <p:nvPr>
            <p:ph type="ftr" sz="quarter" idx="11"/>
          </p:nvPr>
        </p:nvSpPr>
        <p:spPr/>
        <p:txBody>
          <a:bodyPr/>
          <a:lstStyle>
            <a:lvl1pPr>
              <a:defRPr/>
            </a:lvl1pPr>
          </a:lstStyle>
          <a:p>
            <a:pPr defTabSz="514363" fontAlgn="base">
              <a:spcBef>
                <a:spcPct val="0"/>
              </a:spcBef>
              <a:spcAft>
                <a:spcPct val="0"/>
              </a:spcAft>
              <a:defRPr/>
            </a:pPr>
            <a:endParaRPr lang="tr-TR">
              <a:solidFill>
                <a:srgbClr val="FFFFFF">
                  <a:shade val="90000"/>
                </a:srgbClr>
              </a:solidFill>
            </a:endParaRPr>
          </a:p>
        </p:txBody>
      </p:sp>
      <p:sp>
        <p:nvSpPr>
          <p:cNvPr id="11" name="6 Slayt Numarası Yer Tutucusu"/>
          <p:cNvSpPr>
            <a:spLocks noGrp="1"/>
          </p:cNvSpPr>
          <p:nvPr>
            <p:ph type="sldNum" sz="quarter" idx="12"/>
          </p:nvPr>
        </p:nvSpPr>
        <p:spPr>
          <a:xfrm>
            <a:off x="8077200" y="6356355"/>
            <a:ext cx="609600" cy="365125"/>
          </a:xfrm>
        </p:spPr>
        <p:txBody>
          <a:bodyPr/>
          <a:lstStyle>
            <a:lvl1pPr>
              <a:defRPr/>
            </a:lvl1pPr>
          </a:lstStyle>
          <a:p>
            <a:pPr defTabSz="514363" fontAlgn="base">
              <a:spcBef>
                <a:spcPct val="0"/>
              </a:spcBef>
              <a:spcAft>
                <a:spcPct val="0"/>
              </a:spcAft>
              <a:defRPr/>
            </a:pPr>
            <a:fld id="{28FE5B5B-C5AD-458D-9FFA-1AEA49DF02A6}" type="slidenum">
              <a:rPr lang="tr-TR" altLang="tr-TR" smtClean="0">
                <a:latin typeface="Arial" panose="020B0604020202020204" pitchFamily="34" charset="0"/>
              </a:rPr>
              <a:pPr defTabSz="51436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21415025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en-US"/>
          </a:p>
        </p:txBody>
      </p:sp>
      <p:sp>
        <p:nvSpPr>
          <p:cNvPr id="3" name="2 Dikey Metin Yer Tutucusu"/>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9 Veri Yer Tutucusu"/>
          <p:cNvSpPr>
            <a:spLocks noGrp="1"/>
          </p:cNvSpPr>
          <p:nvPr>
            <p:ph type="dt" sz="half" idx="10"/>
          </p:nvPr>
        </p:nvSpPr>
        <p:spPr/>
        <p:txBody>
          <a:bodyPr/>
          <a:lstStyle>
            <a:lvl1pPr>
              <a:defRPr/>
            </a:lvl1pPr>
          </a:lstStyle>
          <a:p>
            <a:pPr defTabSz="514363" fontAlgn="base">
              <a:spcBef>
                <a:spcPct val="0"/>
              </a:spcBef>
              <a:spcAft>
                <a:spcPct val="0"/>
              </a:spcAft>
              <a:defRPr/>
            </a:pPr>
            <a:fld id="{54175A69-8E49-4DCA-BE4D-711231697967}" type="datetimeFigureOut">
              <a:rPr lang="tr-TR" smtClean="0">
                <a:solidFill>
                  <a:srgbClr val="FFFFFF">
                    <a:shade val="90000"/>
                  </a:srgbClr>
                </a:solidFill>
              </a:rPr>
              <a:pPr defTabSz="514363" fontAlgn="base">
                <a:spcBef>
                  <a:spcPct val="0"/>
                </a:spcBef>
                <a:spcAft>
                  <a:spcPct val="0"/>
                </a:spcAft>
                <a:defRPr/>
              </a:pPr>
              <a:t>14.05.2020</a:t>
            </a:fld>
            <a:endParaRPr lang="tr-TR">
              <a:solidFill>
                <a:srgbClr val="FFFFFF">
                  <a:shade val="90000"/>
                </a:srgbClr>
              </a:solidFill>
            </a:endParaRPr>
          </a:p>
        </p:txBody>
      </p:sp>
      <p:sp>
        <p:nvSpPr>
          <p:cNvPr id="5" name="21 Altbilgi Yer Tutucusu"/>
          <p:cNvSpPr>
            <a:spLocks noGrp="1"/>
          </p:cNvSpPr>
          <p:nvPr>
            <p:ph type="ftr" sz="quarter" idx="11"/>
          </p:nvPr>
        </p:nvSpPr>
        <p:spPr/>
        <p:txBody>
          <a:bodyPr/>
          <a:lstStyle>
            <a:lvl1pPr>
              <a:defRPr/>
            </a:lvl1pPr>
          </a:lstStyle>
          <a:p>
            <a:pPr defTabSz="514363" fontAlgn="base">
              <a:spcBef>
                <a:spcPct val="0"/>
              </a:spcBef>
              <a:spcAft>
                <a:spcPct val="0"/>
              </a:spcAft>
              <a:defRPr/>
            </a:pPr>
            <a:endParaRPr lang="tr-TR">
              <a:solidFill>
                <a:srgbClr val="FFFFFF">
                  <a:shade val="90000"/>
                </a:srgbClr>
              </a:solidFill>
            </a:endParaRPr>
          </a:p>
        </p:txBody>
      </p:sp>
      <p:sp>
        <p:nvSpPr>
          <p:cNvPr id="6" name="17 Slayt Numarası Yer Tutucusu"/>
          <p:cNvSpPr>
            <a:spLocks noGrp="1"/>
          </p:cNvSpPr>
          <p:nvPr>
            <p:ph type="sldNum" sz="quarter" idx="12"/>
          </p:nvPr>
        </p:nvSpPr>
        <p:spPr/>
        <p:txBody>
          <a:bodyPr/>
          <a:lstStyle>
            <a:lvl1pPr>
              <a:defRPr/>
            </a:lvl1pPr>
          </a:lstStyle>
          <a:p>
            <a:pPr defTabSz="514363" fontAlgn="base">
              <a:spcBef>
                <a:spcPct val="0"/>
              </a:spcBef>
              <a:spcAft>
                <a:spcPct val="0"/>
              </a:spcAft>
              <a:defRPr/>
            </a:pPr>
            <a:fld id="{26758FEA-B09D-4EDA-8D64-C8612FB3DAE9}" type="slidenum">
              <a:rPr lang="tr-TR" altLang="tr-TR" smtClean="0">
                <a:latin typeface="Arial" panose="020B0604020202020204" pitchFamily="34" charset="0"/>
              </a:rPr>
              <a:pPr defTabSz="51436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26884435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914402"/>
            <a:ext cx="2057400" cy="5211763"/>
          </a:xfrm>
        </p:spPr>
        <p:txBody>
          <a:bodyPr vert="eaVert"/>
          <a:lstStyle/>
          <a:p>
            <a:r>
              <a:rPr lang="tr-TR" smtClean="0"/>
              <a:t>Asıl başlık stili için tıklatın</a:t>
            </a:r>
            <a:endParaRPr lang="en-US"/>
          </a:p>
        </p:txBody>
      </p:sp>
      <p:sp>
        <p:nvSpPr>
          <p:cNvPr id="3" name="2 Dikey Metin Yer Tutucusu"/>
          <p:cNvSpPr>
            <a:spLocks noGrp="1"/>
          </p:cNvSpPr>
          <p:nvPr>
            <p:ph type="body" orient="vert" idx="1"/>
          </p:nvPr>
        </p:nvSpPr>
        <p:spPr>
          <a:xfrm>
            <a:off x="457200" y="914402"/>
            <a:ext cx="6019800" cy="5211763"/>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9 Veri Yer Tutucusu"/>
          <p:cNvSpPr>
            <a:spLocks noGrp="1"/>
          </p:cNvSpPr>
          <p:nvPr>
            <p:ph type="dt" sz="half" idx="10"/>
          </p:nvPr>
        </p:nvSpPr>
        <p:spPr/>
        <p:txBody>
          <a:bodyPr/>
          <a:lstStyle>
            <a:lvl1pPr>
              <a:defRPr/>
            </a:lvl1pPr>
          </a:lstStyle>
          <a:p>
            <a:pPr defTabSz="514363" fontAlgn="base">
              <a:spcBef>
                <a:spcPct val="0"/>
              </a:spcBef>
              <a:spcAft>
                <a:spcPct val="0"/>
              </a:spcAft>
              <a:defRPr/>
            </a:pPr>
            <a:fld id="{17EFE511-FCD8-4470-9542-B5D8FF593DBC}" type="datetimeFigureOut">
              <a:rPr lang="tr-TR" smtClean="0">
                <a:solidFill>
                  <a:srgbClr val="FFFFFF">
                    <a:shade val="90000"/>
                  </a:srgbClr>
                </a:solidFill>
              </a:rPr>
              <a:pPr defTabSz="514363" fontAlgn="base">
                <a:spcBef>
                  <a:spcPct val="0"/>
                </a:spcBef>
                <a:spcAft>
                  <a:spcPct val="0"/>
                </a:spcAft>
                <a:defRPr/>
              </a:pPr>
              <a:t>14.05.2020</a:t>
            </a:fld>
            <a:endParaRPr lang="tr-TR">
              <a:solidFill>
                <a:srgbClr val="FFFFFF">
                  <a:shade val="90000"/>
                </a:srgbClr>
              </a:solidFill>
            </a:endParaRPr>
          </a:p>
        </p:txBody>
      </p:sp>
      <p:sp>
        <p:nvSpPr>
          <p:cNvPr id="5" name="21 Altbilgi Yer Tutucusu"/>
          <p:cNvSpPr>
            <a:spLocks noGrp="1"/>
          </p:cNvSpPr>
          <p:nvPr>
            <p:ph type="ftr" sz="quarter" idx="11"/>
          </p:nvPr>
        </p:nvSpPr>
        <p:spPr/>
        <p:txBody>
          <a:bodyPr/>
          <a:lstStyle>
            <a:lvl1pPr>
              <a:defRPr/>
            </a:lvl1pPr>
          </a:lstStyle>
          <a:p>
            <a:pPr defTabSz="514363" fontAlgn="base">
              <a:spcBef>
                <a:spcPct val="0"/>
              </a:spcBef>
              <a:spcAft>
                <a:spcPct val="0"/>
              </a:spcAft>
              <a:defRPr/>
            </a:pPr>
            <a:endParaRPr lang="tr-TR">
              <a:solidFill>
                <a:srgbClr val="FFFFFF">
                  <a:shade val="90000"/>
                </a:srgbClr>
              </a:solidFill>
            </a:endParaRPr>
          </a:p>
        </p:txBody>
      </p:sp>
      <p:sp>
        <p:nvSpPr>
          <p:cNvPr id="6" name="17 Slayt Numarası Yer Tutucusu"/>
          <p:cNvSpPr>
            <a:spLocks noGrp="1"/>
          </p:cNvSpPr>
          <p:nvPr>
            <p:ph type="sldNum" sz="quarter" idx="12"/>
          </p:nvPr>
        </p:nvSpPr>
        <p:spPr/>
        <p:txBody>
          <a:bodyPr/>
          <a:lstStyle>
            <a:lvl1pPr>
              <a:defRPr/>
            </a:lvl1pPr>
          </a:lstStyle>
          <a:p>
            <a:pPr defTabSz="514363" fontAlgn="base">
              <a:spcBef>
                <a:spcPct val="0"/>
              </a:spcBef>
              <a:spcAft>
                <a:spcPct val="0"/>
              </a:spcAft>
              <a:defRPr/>
            </a:pPr>
            <a:fld id="{CA81FCFF-EC21-4D8D-A00E-E118636B28D6}" type="slidenum">
              <a:rPr lang="tr-TR" altLang="tr-TR" smtClean="0">
                <a:latin typeface="Arial" panose="020B0604020202020204" pitchFamily="34" charset="0"/>
              </a:rPr>
              <a:pPr defTabSz="51436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31961467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9" name="8 Başlık"/>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169"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tr-TR" smtClean="0"/>
              <a:t>Asıl başlık stili için tıklatın</a:t>
            </a:r>
            <a:endParaRPr lang="en-US"/>
          </a:p>
        </p:txBody>
      </p:sp>
      <p:sp>
        <p:nvSpPr>
          <p:cNvPr id="17" name="16 Alt Başlık"/>
          <p:cNvSpPr>
            <a:spLocks noGrp="1"/>
          </p:cNvSpPr>
          <p:nvPr>
            <p:ph type="subTitle" idx="1"/>
          </p:nvPr>
        </p:nvSpPr>
        <p:spPr>
          <a:xfrm>
            <a:off x="533400" y="3228536"/>
            <a:ext cx="7854696" cy="1752600"/>
          </a:xfrm>
        </p:spPr>
        <p:txBody>
          <a:bodyPr lIns="0" rIns="18288"/>
          <a:lstStyle>
            <a:lvl1pPr marL="0" marR="42204" indent="0" algn="r">
              <a:buNone/>
              <a:defRPr>
                <a:solidFill>
                  <a:schemeClr val="tx1"/>
                </a:solidFill>
              </a:defRPr>
            </a:lvl1pPr>
            <a:lvl2pPr marL="422041" indent="0" algn="ctr">
              <a:buNone/>
            </a:lvl2pPr>
            <a:lvl3pPr marL="844083" indent="0" algn="ctr">
              <a:buNone/>
            </a:lvl3pPr>
            <a:lvl4pPr marL="1266124" indent="0" algn="ctr">
              <a:buNone/>
            </a:lvl4pPr>
            <a:lvl5pPr marL="1688165" indent="0" algn="ctr">
              <a:buNone/>
            </a:lvl5pPr>
            <a:lvl6pPr marL="2110207" indent="0" algn="ctr">
              <a:buNone/>
            </a:lvl6pPr>
            <a:lvl7pPr marL="2532248" indent="0" algn="ctr">
              <a:buNone/>
            </a:lvl7pPr>
            <a:lvl8pPr marL="2954289" indent="0" algn="ctr">
              <a:buNone/>
            </a:lvl8pPr>
            <a:lvl9pPr marL="3376331" indent="0" algn="ctr">
              <a:buNone/>
            </a:lvl9pPr>
          </a:lstStyle>
          <a:p>
            <a:r>
              <a:rPr lang="tr-TR" smtClean="0"/>
              <a:t>Asıl alt başlık stilini düzenlemek için tıklatın</a:t>
            </a:r>
            <a:endParaRPr lang="en-US"/>
          </a:p>
        </p:txBody>
      </p:sp>
      <p:sp>
        <p:nvSpPr>
          <p:cNvPr id="4" name="9 Veri Yer Tutucusu"/>
          <p:cNvSpPr>
            <a:spLocks noGrp="1"/>
          </p:cNvSpPr>
          <p:nvPr>
            <p:ph type="dt" sz="half" idx="10"/>
          </p:nvPr>
        </p:nvSpPr>
        <p:spPr/>
        <p:txBody>
          <a:bodyPr/>
          <a:lstStyle>
            <a:lvl1pPr>
              <a:defRPr/>
            </a:lvl1pPr>
          </a:lstStyle>
          <a:p>
            <a:pPr defTabSz="844083" fontAlgn="base">
              <a:spcBef>
                <a:spcPct val="0"/>
              </a:spcBef>
              <a:spcAft>
                <a:spcPct val="0"/>
              </a:spcAft>
              <a:defRPr/>
            </a:pPr>
            <a:fld id="{8E47158A-3B24-4B64-8601-F7774DA983BE}" type="datetimeFigureOut">
              <a:rPr lang="tr-TR" smtClean="0">
                <a:solidFill>
                  <a:srgbClr val="FFFFFF">
                    <a:shade val="90000"/>
                  </a:srgbClr>
                </a:solidFill>
              </a:rPr>
              <a:pPr defTabSz="844083" fontAlgn="base">
                <a:spcBef>
                  <a:spcPct val="0"/>
                </a:spcBef>
                <a:spcAft>
                  <a:spcPct val="0"/>
                </a:spcAft>
                <a:defRPr/>
              </a:pPr>
              <a:t>14.05.2020</a:t>
            </a:fld>
            <a:endParaRPr lang="tr-TR">
              <a:solidFill>
                <a:srgbClr val="FFFFFF">
                  <a:shade val="90000"/>
                </a:srgbClr>
              </a:solidFill>
            </a:endParaRPr>
          </a:p>
        </p:txBody>
      </p:sp>
      <p:sp>
        <p:nvSpPr>
          <p:cNvPr id="5" name="21 Altbilgi Yer Tutucusu"/>
          <p:cNvSpPr>
            <a:spLocks noGrp="1"/>
          </p:cNvSpPr>
          <p:nvPr>
            <p:ph type="ftr" sz="quarter" idx="11"/>
          </p:nvPr>
        </p:nvSpPr>
        <p:spPr/>
        <p:txBody>
          <a:bodyPr/>
          <a:lstStyle>
            <a:lvl1pPr>
              <a:defRPr/>
            </a:lvl1pPr>
          </a:lstStyle>
          <a:p>
            <a:pPr defTabSz="844083" fontAlgn="base">
              <a:spcBef>
                <a:spcPct val="0"/>
              </a:spcBef>
              <a:spcAft>
                <a:spcPct val="0"/>
              </a:spcAft>
              <a:defRPr/>
            </a:pPr>
            <a:endParaRPr lang="tr-TR">
              <a:solidFill>
                <a:srgbClr val="FFFFFF">
                  <a:shade val="90000"/>
                </a:srgbClr>
              </a:solidFill>
            </a:endParaRPr>
          </a:p>
        </p:txBody>
      </p:sp>
      <p:sp>
        <p:nvSpPr>
          <p:cNvPr id="6" name="17 Slayt Numarası Yer Tutucusu"/>
          <p:cNvSpPr>
            <a:spLocks noGrp="1"/>
          </p:cNvSpPr>
          <p:nvPr>
            <p:ph type="sldNum" sz="quarter" idx="12"/>
          </p:nvPr>
        </p:nvSpPr>
        <p:spPr/>
        <p:txBody>
          <a:bodyPr/>
          <a:lstStyle>
            <a:lvl1pPr>
              <a:defRPr/>
            </a:lvl1pPr>
          </a:lstStyle>
          <a:p>
            <a:pPr defTabSz="844083" fontAlgn="base">
              <a:spcBef>
                <a:spcPct val="0"/>
              </a:spcBef>
              <a:spcAft>
                <a:spcPct val="0"/>
              </a:spcAft>
              <a:defRPr/>
            </a:pPr>
            <a:fld id="{43A4DFAE-80A9-4A8C-83C9-BDDAFD129286}" type="slidenum">
              <a:rPr lang="tr-TR" altLang="tr-TR" smtClean="0">
                <a:latin typeface="Arial" panose="020B0604020202020204" pitchFamily="34" charset="0"/>
              </a:rPr>
              <a:pPr defTabSz="84408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39754208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en-US"/>
          </a:p>
        </p:txBody>
      </p:sp>
      <p:sp>
        <p:nvSpPr>
          <p:cNvPr id="3" name="2 İçerik Yer Tutucusu"/>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9 Veri Yer Tutucusu"/>
          <p:cNvSpPr>
            <a:spLocks noGrp="1"/>
          </p:cNvSpPr>
          <p:nvPr>
            <p:ph type="dt" sz="half" idx="10"/>
          </p:nvPr>
        </p:nvSpPr>
        <p:spPr/>
        <p:txBody>
          <a:bodyPr/>
          <a:lstStyle>
            <a:lvl1pPr>
              <a:defRPr/>
            </a:lvl1pPr>
          </a:lstStyle>
          <a:p>
            <a:pPr defTabSz="844083" fontAlgn="base">
              <a:spcBef>
                <a:spcPct val="0"/>
              </a:spcBef>
              <a:spcAft>
                <a:spcPct val="0"/>
              </a:spcAft>
              <a:defRPr/>
            </a:pPr>
            <a:fld id="{9FFDC617-D91A-45F7-8E92-9596262D8ED1}" type="datetimeFigureOut">
              <a:rPr lang="tr-TR" smtClean="0">
                <a:solidFill>
                  <a:srgbClr val="FFFFFF">
                    <a:shade val="90000"/>
                  </a:srgbClr>
                </a:solidFill>
              </a:rPr>
              <a:pPr defTabSz="844083" fontAlgn="base">
                <a:spcBef>
                  <a:spcPct val="0"/>
                </a:spcBef>
                <a:spcAft>
                  <a:spcPct val="0"/>
                </a:spcAft>
                <a:defRPr/>
              </a:pPr>
              <a:t>14.05.2020</a:t>
            </a:fld>
            <a:endParaRPr lang="tr-TR">
              <a:solidFill>
                <a:srgbClr val="FFFFFF">
                  <a:shade val="90000"/>
                </a:srgbClr>
              </a:solidFill>
            </a:endParaRPr>
          </a:p>
        </p:txBody>
      </p:sp>
      <p:sp>
        <p:nvSpPr>
          <p:cNvPr id="5" name="21 Altbilgi Yer Tutucusu"/>
          <p:cNvSpPr>
            <a:spLocks noGrp="1"/>
          </p:cNvSpPr>
          <p:nvPr>
            <p:ph type="ftr" sz="quarter" idx="11"/>
          </p:nvPr>
        </p:nvSpPr>
        <p:spPr/>
        <p:txBody>
          <a:bodyPr/>
          <a:lstStyle>
            <a:lvl1pPr>
              <a:defRPr/>
            </a:lvl1pPr>
          </a:lstStyle>
          <a:p>
            <a:pPr defTabSz="844083" fontAlgn="base">
              <a:spcBef>
                <a:spcPct val="0"/>
              </a:spcBef>
              <a:spcAft>
                <a:spcPct val="0"/>
              </a:spcAft>
              <a:defRPr/>
            </a:pPr>
            <a:endParaRPr lang="tr-TR">
              <a:solidFill>
                <a:srgbClr val="FFFFFF">
                  <a:shade val="90000"/>
                </a:srgbClr>
              </a:solidFill>
            </a:endParaRPr>
          </a:p>
        </p:txBody>
      </p:sp>
      <p:sp>
        <p:nvSpPr>
          <p:cNvPr id="6" name="17 Slayt Numarası Yer Tutucusu"/>
          <p:cNvSpPr>
            <a:spLocks noGrp="1"/>
          </p:cNvSpPr>
          <p:nvPr>
            <p:ph type="sldNum" sz="quarter" idx="12"/>
          </p:nvPr>
        </p:nvSpPr>
        <p:spPr/>
        <p:txBody>
          <a:bodyPr/>
          <a:lstStyle>
            <a:lvl1pPr>
              <a:defRPr/>
            </a:lvl1pPr>
          </a:lstStyle>
          <a:p>
            <a:pPr defTabSz="844083" fontAlgn="base">
              <a:spcBef>
                <a:spcPct val="0"/>
              </a:spcBef>
              <a:spcAft>
                <a:spcPct val="0"/>
              </a:spcAft>
              <a:defRPr/>
            </a:pPr>
            <a:fld id="{0E994341-2AE5-4D46-917E-E9F1F1D77CC4}" type="slidenum">
              <a:rPr lang="tr-TR" altLang="tr-TR" smtClean="0">
                <a:latin typeface="Arial" panose="020B0604020202020204" pitchFamily="34" charset="0"/>
              </a:rPr>
              <a:pPr defTabSz="84408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39717559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169"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tr-TR" smtClean="0"/>
              <a:t>Asıl başlık stili için tıklatın</a:t>
            </a:r>
            <a:endParaRPr lang="en-US"/>
          </a:p>
        </p:txBody>
      </p:sp>
      <p:sp>
        <p:nvSpPr>
          <p:cNvPr id="3" name="2 Metin Yer Tutucusu"/>
          <p:cNvSpPr>
            <a:spLocks noGrp="1"/>
          </p:cNvSpPr>
          <p:nvPr>
            <p:ph type="body" idx="1"/>
          </p:nvPr>
        </p:nvSpPr>
        <p:spPr>
          <a:xfrm>
            <a:off x="530352" y="2704664"/>
            <a:ext cx="7772400" cy="1509712"/>
          </a:xfrm>
        </p:spPr>
        <p:txBody>
          <a:bodyPr lIns="45720" rIns="45720"/>
          <a:lstStyle>
            <a:lvl1pPr marL="0" indent="0">
              <a:buNone/>
              <a:defRPr sz="2031">
                <a:solidFill>
                  <a:schemeClr val="tx1"/>
                </a:solidFill>
              </a:defRPr>
            </a:lvl1pPr>
            <a:lvl2pPr>
              <a:buNone/>
              <a:defRPr sz="1662">
                <a:solidFill>
                  <a:schemeClr val="tx1">
                    <a:tint val="75000"/>
                  </a:schemeClr>
                </a:solidFill>
              </a:defRPr>
            </a:lvl2pPr>
            <a:lvl3pPr>
              <a:buNone/>
              <a:defRPr sz="1477">
                <a:solidFill>
                  <a:schemeClr val="tx1">
                    <a:tint val="75000"/>
                  </a:schemeClr>
                </a:solidFill>
              </a:defRPr>
            </a:lvl3pPr>
            <a:lvl4pPr>
              <a:buNone/>
              <a:defRPr sz="1292">
                <a:solidFill>
                  <a:schemeClr val="tx1">
                    <a:tint val="75000"/>
                  </a:schemeClr>
                </a:solidFill>
              </a:defRPr>
            </a:lvl4pPr>
            <a:lvl5pPr>
              <a:buNone/>
              <a:defRPr sz="1292">
                <a:solidFill>
                  <a:schemeClr val="tx1">
                    <a:tint val="75000"/>
                  </a:schemeClr>
                </a:solidFill>
              </a:defRPr>
            </a:lvl5pPr>
          </a:lstStyle>
          <a:p>
            <a:pPr lvl="0"/>
            <a:r>
              <a:rPr lang="tr-TR" smtClean="0"/>
              <a:t>Asıl metin stillerini düzenlemek için tıklatın</a:t>
            </a:r>
          </a:p>
        </p:txBody>
      </p:sp>
      <p:sp>
        <p:nvSpPr>
          <p:cNvPr id="4" name="9 Veri Yer Tutucusu"/>
          <p:cNvSpPr>
            <a:spLocks noGrp="1"/>
          </p:cNvSpPr>
          <p:nvPr>
            <p:ph type="dt" sz="half" idx="10"/>
          </p:nvPr>
        </p:nvSpPr>
        <p:spPr/>
        <p:txBody>
          <a:bodyPr/>
          <a:lstStyle>
            <a:lvl1pPr>
              <a:defRPr/>
            </a:lvl1pPr>
          </a:lstStyle>
          <a:p>
            <a:pPr defTabSz="844083" fontAlgn="base">
              <a:spcBef>
                <a:spcPct val="0"/>
              </a:spcBef>
              <a:spcAft>
                <a:spcPct val="0"/>
              </a:spcAft>
              <a:defRPr/>
            </a:pPr>
            <a:fld id="{5F0B9E3A-BE0A-4971-B998-CE0635DD01F9}" type="datetimeFigureOut">
              <a:rPr lang="tr-TR" smtClean="0">
                <a:solidFill>
                  <a:srgbClr val="FFFFFF">
                    <a:shade val="90000"/>
                  </a:srgbClr>
                </a:solidFill>
              </a:rPr>
              <a:pPr defTabSz="844083" fontAlgn="base">
                <a:spcBef>
                  <a:spcPct val="0"/>
                </a:spcBef>
                <a:spcAft>
                  <a:spcPct val="0"/>
                </a:spcAft>
                <a:defRPr/>
              </a:pPr>
              <a:t>14.05.2020</a:t>
            </a:fld>
            <a:endParaRPr lang="tr-TR">
              <a:solidFill>
                <a:srgbClr val="FFFFFF">
                  <a:shade val="90000"/>
                </a:srgbClr>
              </a:solidFill>
            </a:endParaRPr>
          </a:p>
        </p:txBody>
      </p:sp>
      <p:sp>
        <p:nvSpPr>
          <p:cNvPr id="5" name="21 Altbilgi Yer Tutucusu"/>
          <p:cNvSpPr>
            <a:spLocks noGrp="1"/>
          </p:cNvSpPr>
          <p:nvPr>
            <p:ph type="ftr" sz="quarter" idx="11"/>
          </p:nvPr>
        </p:nvSpPr>
        <p:spPr/>
        <p:txBody>
          <a:bodyPr/>
          <a:lstStyle>
            <a:lvl1pPr>
              <a:defRPr/>
            </a:lvl1pPr>
          </a:lstStyle>
          <a:p>
            <a:pPr defTabSz="844083" fontAlgn="base">
              <a:spcBef>
                <a:spcPct val="0"/>
              </a:spcBef>
              <a:spcAft>
                <a:spcPct val="0"/>
              </a:spcAft>
              <a:defRPr/>
            </a:pPr>
            <a:endParaRPr lang="tr-TR">
              <a:solidFill>
                <a:srgbClr val="FFFFFF">
                  <a:shade val="90000"/>
                </a:srgbClr>
              </a:solidFill>
            </a:endParaRPr>
          </a:p>
        </p:txBody>
      </p:sp>
      <p:sp>
        <p:nvSpPr>
          <p:cNvPr id="6" name="17 Slayt Numarası Yer Tutucusu"/>
          <p:cNvSpPr>
            <a:spLocks noGrp="1"/>
          </p:cNvSpPr>
          <p:nvPr>
            <p:ph type="sldNum" sz="quarter" idx="12"/>
          </p:nvPr>
        </p:nvSpPr>
        <p:spPr/>
        <p:txBody>
          <a:bodyPr/>
          <a:lstStyle>
            <a:lvl1pPr>
              <a:defRPr/>
            </a:lvl1pPr>
          </a:lstStyle>
          <a:p>
            <a:pPr defTabSz="844083" fontAlgn="base">
              <a:spcBef>
                <a:spcPct val="0"/>
              </a:spcBef>
              <a:spcAft>
                <a:spcPct val="0"/>
              </a:spcAft>
              <a:defRPr/>
            </a:pPr>
            <a:fld id="{ED907A28-8DE5-48CB-B1DE-F036F9CF76B4}" type="slidenum">
              <a:rPr lang="tr-TR" altLang="tr-TR" smtClean="0">
                <a:latin typeface="Arial" panose="020B0604020202020204" pitchFamily="34" charset="0"/>
              </a:rPr>
              <a:pPr defTabSz="84408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5898890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704088"/>
            <a:ext cx="8229600" cy="1143000"/>
          </a:xfrm>
        </p:spPr>
        <p:txBody>
          <a:bodyPr/>
          <a:lstStyle/>
          <a:p>
            <a:r>
              <a:rPr lang="tr-TR" smtClean="0"/>
              <a:t>Asıl başlık stili için tıklatın</a:t>
            </a:r>
            <a:endParaRPr lang="en-US"/>
          </a:p>
        </p:txBody>
      </p:sp>
      <p:sp>
        <p:nvSpPr>
          <p:cNvPr id="3" name="2 İçerik Yer Tutucusu"/>
          <p:cNvSpPr>
            <a:spLocks noGrp="1"/>
          </p:cNvSpPr>
          <p:nvPr>
            <p:ph sz="half" idx="1"/>
          </p:nvPr>
        </p:nvSpPr>
        <p:spPr>
          <a:xfrm>
            <a:off x="457200" y="1920085"/>
            <a:ext cx="4038600" cy="4434840"/>
          </a:xfrm>
        </p:spPr>
        <p:txBody>
          <a:bodyPr/>
          <a:lstStyle>
            <a:lvl1pPr>
              <a:defRPr sz="2400"/>
            </a:lvl1pPr>
            <a:lvl2pPr>
              <a:defRPr sz="2215"/>
            </a:lvl2pPr>
            <a:lvl3pPr>
              <a:defRPr sz="1846"/>
            </a:lvl3pPr>
            <a:lvl4pPr>
              <a:defRPr sz="1662"/>
            </a:lvl4pPr>
            <a:lvl5pPr>
              <a:defRPr sz="1662"/>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3 İçerik Yer Tutucusu"/>
          <p:cNvSpPr>
            <a:spLocks noGrp="1"/>
          </p:cNvSpPr>
          <p:nvPr>
            <p:ph sz="half" idx="2"/>
          </p:nvPr>
        </p:nvSpPr>
        <p:spPr>
          <a:xfrm>
            <a:off x="4648200" y="1920085"/>
            <a:ext cx="4038600" cy="4434840"/>
          </a:xfrm>
        </p:spPr>
        <p:txBody>
          <a:bodyPr/>
          <a:lstStyle>
            <a:lvl1pPr>
              <a:defRPr sz="2400"/>
            </a:lvl1pPr>
            <a:lvl2pPr>
              <a:defRPr sz="2215"/>
            </a:lvl2pPr>
            <a:lvl3pPr>
              <a:defRPr sz="1846"/>
            </a:lvl3pPr>
            <a:lvl4pPr>
              <a:defRPr sz="1662"/>
            </a:lvl4pPr>
            <a:lvl5pPr>
              <a:defRPr sz="1662"/>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5" name="9 Veri Yer Tutucusu"/>
          <p:cNvSpPr>
            <a:spLocks noGrp="1"/>
          </p:cNvSpPr>
          <p:nvPr>
            <p:ph type="dt" sz="half" idx="10"/>
          </p:nvPr>
        </p:nvSpPr>
        <p:spPr/>
        <p:txBody>
          <a:bodyPr/>
          <a:lstStyle>
            <a:lvl1pPr>
              <a:defRPr/>
            </a:lvl1pPr>
          </a:lstStyle>
          <a:p>
            <a:pPr defTabSz="844083" fontAlgn="base">
              <a:spcBef>
                <a:spcPct val="0"/>
              </a:spcBef>
              <a:spcAft>
                <a:spcPct val="0"/>
              </a:spcAft>
              <a:defRPr/>
            </a:pPr>
            <a:fld id="{17ED7F3B-B361-498E-BC28-651732061A72}" type="datetimeFigureOut">
              <a:rPr lang="tr-TR" smtClean="0">
                <a:solidFill>
                  <a:srgbClr val="FFFFFF">
                    <a:shade val="90000"/>
                  </a:srgbClr>
                </a:solidFill>
              </a:rPr>
              <a:pPr defTabSz="844083" fontAlgn="base">
                <a:spcBef>
                  <a:spcPct val="0"/>
                </a:spcBef>
                <a:spcAft>
                  <a:spcPct val="0"/>
                </a:spcAft>
                <a:defRPr/>
              </a:pPr>
              <a:t>14.05.2020</a:t>
            </a:fld>
            <a:endParaRPr lang="tr-TR">
              <a:solidFill>
                <a:srgbClr val="FFFFFF">
                  <a:shade val="90000"/>
                </a:srgbClr>
              </a:solidFill>
            </a:endParaRPr>
          </a:p>
        </p:txBody>
      </p:sp>
      <p:sp>
        <p:nvSpPr>
          <p:cNvPr id="6" name="21 Altbilgi Yer Tutucusu"/>
          <p:cNvSpPr>
            <a:spLocks noGrp="1"/>
          </p:cNvSpPr>
          <p:nvPr>
            <p:ph type="ftr" sz="quarter" idx="11"/>
          </p:nvPr>
        </p:nvSpPr>
        <p:spPr/>
        <p:txBody>
          <a:bodyPr/>
          <a:lstStyle>
            <a:lvl1pPr>
              <a:defRPr/>
            </a:lvl1pPr>
          </a:lstStyle>
          <a:p>
            <a:pPr defTabSz="844083" fontAlgn="base">
              <a:spcBef>
                <a:spcPct val="0"/>
              </a:spcBef>
              <a:spcAft>
                <a:spcPct val="0"/>
              </a:spcAft>
              <a:defRPr/>
            </a:pPr>
            <a:endParaRPr lang="tr-TR">
              <a:solidFill>
                <a:srgbClr val="FFFFFF">
                  <a:shade val="90000"/>
                </a:srgbClr>
              </a:solidFill>
            </a:endParaRPr>
          </a:p>
        </p:txBody>
      </p:sp>
      <p:sp>
        <p:nvSpPr>
          <p:cNvPr id="7" name="17 Slayt Numarası Yer Tutucusu"/>
          <p:cNvSpPr>
            <a:spLocks noGrp="1"/>
          </p:cNvSpPr>
          <p:nvPr>
            <p:ph type="sldNum" sz="quarter" idx="12"/>
          </p:nvPr>
        </p:nvSpPr>
        <p:spPr/>
        <p:txBody>
          <a:bodyPr/>
          <a:lstStyle>
            <a:lvl1pPr>
              <a:defRPr/>
            </a:lvl1pPr>
          </a:lstStyle>
          <a:p>
            <a:pPr defTabSz="844083" fontAlgn="base">
              <a:spcBef>
                <a:spcPct val="0"/>
              </a:spcBef>
              <a:spcAft>
                <a:spcPct val="0"/>
              </a:spcAft>
              <a:defRPr/>
            </a:pPr>
            <a:fld id="{82AFFE17-87E9-4EDF-88C6-9DA3AE53DD78}" type="slidenum">
              <a:rPr lang="tr-TR" altLang="tr-TR" smtClean="0">
                <a:latin typeface="Arial" panose="020B0604020202020204" pitchFamily="34" charset="0"/>
              </a:rPr>
              <a:pPr defTabSz="84408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15135498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a:xfrm>
            <a:off x="457200" y="704088"/>
            <a:ext cx="8229600" cy="1143000"/>
          </a:xfrm>
        </p:spPr>
        <p:txBody>
          <a:bodyPr/>
          <a:lstStyle>
            <a:lvl1pPr>
              <a:defRPr/>
            </a:lvl1pPr>
          </a:lstStyle>
          <a:p>
            <a:r>
              <a:rPr lang="tr-TR" smtClean="0"/>
              <a:t>Asıl başlık stili için tıklatın</a:t>
            </a:r>
            <a:endParaRPr lang="en-US"/>
          </a:p>
        </p:txBody>
      </p:sp>
      <p:sp>
        <p:nvSpPr>
          <p:cNvPr id="3" name="2 Metin Yer Tutucusu"/>
          <p:cNvSpPr>
            <a:spLocks noGrp="1"/>
          </p:cNvSpPr>
          <p:nvPr>
            <p:ph type="body" idx="1"/>
          </p:nvPr>
        </p:nvSpPr>
        <p:spPr>
          <a:xfrm>
            <a:off x="457200" y="1855248"/>
            <a:ext cx="4040188" cy="659352"/>
          </a:xfrm>
        </p:spPr>
        <p:txBody>
          <a:bodyPr lIns="45720" tIns="0" rIns="45720" bIns="0" anchor="ctr">
            <a:noAutofit/>
          </a:bodyPr>
          <a:lstStyle>
            <a:lvl1pPr marL="0" indent="0">
              <a:buNone/>
              <a:defRPr sz="2215" b="1" cap="none" baseline="0">
                <a:solidFill>
                  <a:schemeClr val="tx2"/>
                </a:solidFill>
                <a:effectLst/>
              </a:defRPr>
            </a:lvl1pPr>
            <a:lvl2pPr>
              <a:buNone/>
              <a:defRPr sz="1846" b="1"/>
            </a:lvl2pPr>
            <a:lvl3pPr>
              <a:buNone/>
              <a:defRPr sz="1662" b="1"/>
            </a:lvl3pPr>
            <a:lvl4pPr>
              <a:buNone/>
              <a:defRPr sz="1477" b="1"/>
            </a:lvl4pPr>
            <a:lvl5pPr>
              <a:buNone/>
              <a:defRPr sz="1477" b="1"/>
            </a:lvl5pPr>
          </a:lstStyle>
          <a:p>
            <a:pPr lvl="0"/>
            <a:r>
              <a:rPr lang="tr-TR" smtClean="0"/>
              <a:t>Asıl metin stillerini düzenlemek için tıklatın</a:t>
            </a:r>
          </a:p>
        </p:txBody>
      </p:sp>
      <p:sp>
        <p:nvSpPr>
          <p:cNvPr id="4" name="3 Metin Yer Tutucusu"/>
          <p:cNvSpPr>
            <a:spLocks noGrp="1"/>
          </p:cNvSpPr>
          <p:nvPr>
            <p:ph type="body" sz="half" idx="3"/>
          </p:nvPr>
        </p:nvSpPr>
        <p:spPr>
          <a:xfrm>
            <a:off x="4645026" y="1859759"/>
            <a:ext cx="4041775" cy="654843"/>
          </a:xfrm>
        </p:spPr>
        <p:txBody>
          <a:bodyPr lIns="45720" tIns="0" rIns="45720" bIns="0" anchor="ctr"/>
          <a:lstStyle>
            <a:lvl1pPr marL="0" indent="0">
              <a:buNone/>
              <a:defRPr sz="2215" b="1" cap="none" baseline="0">
                <a:solidFill>
                  <a:schemeClr val="tx2"/>
                </a:solidFill>
                <a:effectLst/>
              </a:defRPr>
            </a:lvl1pPr>
            <a:lvl2pPr>
              <a:buNone/>
              <a:defRPr sz="1846" b="1"/>
            </a:lvl2pPr>
            <a:lvl3pPr>
              <a:buNone/>
              <a:defRPr sz="1662" b="1"/>
            </a:lvl3pPr>
            <a:lvl4pPr>
              <a:buNone/>
              <a:defRPr sz="1477" b="1"/>
            </a:lvl4pPr>
            <a:lvl5pPr>
              <a:buNone/>
              <a:defRPr sz="1477" b="1"/>
            </a:lvl5pPr>
          </a:lstStyle>
          <a:p>
            <a:pPr lvl="0"/>
            <a:r>
              <a:rPr lang="tr-TR" smtClean="0"/>
              <a:t>Asıl metin stillerini düzenlemek için tıklatın</a:t>
            </a:r>
          </a:p>
        </p:txBody>
      </p:sp>
      <p:sp>
        <p:nvSpPr>
          <p:cNvPr id="5" name="4 İçerik Yer Tutucusu"/>
          <p:cNvSpPr>
            <a:spLocks noGrp="1"/>
          </p:cNvSpPr>
          <p:nvPr>
            <p:ph sz="quarter" idx="2"/>
          </p:nvPr>
        </p:nvSpPr>
        <p:spPr>
          <a:xfrm>
            <a:off x="457200" y="2514600"/>
            <a:ext cx="4040188" cy="3845720"/>
          </a:xfrm>
        </p:spPr>
        <p:txBody>
          <a:bodyPr tIns="0"/>
          <a:lstStyle>
            <a:lvl1pPr>
              <a:defRPr sz="2031"/>
            </a:lvl1pPr>
            <a:lvl2pPr>
              <a:defRPr sz="1846"/>
            </a:lvl2pPr>
            <a:lvl3pPr>
              <a:defRPr sz="1662"/>
            </a:lvl3pPr>
            <a:lvl4pPr>
              <a:defRPr sz="1477"/>
            </a:lvl4pPr>
            <a:lvl5pPr>
              <a:defRPr sz="1477"/>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6" name="5 İçerik Yer Tutucusu"/>
          <p:cNvSpPr>
            <a:spLocks noGrp="1"/>
          </p:cNvSpPr>
          <p:nvPr>
            <p:ph sz="quarter" idx="4"/>
          </p:nvPr>
        </p:nvSpPr>
        <p:spPr>
          <a:xfrm>
            <a:off x="4645026" y="2514600"/>
            <a:ext cx="4041775" cy="3845720"/>
          </a:xfrm>
        </p:spPr>
        <p:txBody>
          <a:bodyPr tIns="0"/>
          <a:lstStyle>
            <a:lvl1pPr>
              <a:defRPr sz="2031"/>
            </a:lvl1pPr>
            <a:lvl2pPr>
              <a:defRPr sz="1846"/>
            </a:lvl2pPr>
            <a:lvl3pPr>
              <a:defRPr sz="1662"/>
            </a:lvl3pPr>
            <a:lvl4pPr>
              <a:defRPr sz="1477"/>
            </a:lvl4pPr>
            <a:lvl5pPr>
              <a:defRPr sz="1477"/>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7" name="9 Veri Yer Tutucusu"/>
          <p:cNvSpPr>
            <a:spLocks noGrp="1"/>
          </p:cNvSpPr>
          <p:nvPr>
            <p:ph type="dt" sz="half" idx="10"/>
          </p:nvPr>
        </p:nvSpPr>
        <p:spPr/>
        <p:txBody>
          <a:bodyPr/>
          <a:lstStyle>
            <a:lvl1pPr>
              <a:defRPr/>
            </a:lvl1pPr>
          </a:lstStyle>
          <a:p>
            <a:pPr defTabSz="844083" fontAlgn="base">
              <a:spcBef>
                <a:spcPct val="0"/>
              </a:spcBef>
              <a:spcAft>
                <a:spcPct val="0"/>
              </a:spcAft>
              <a:defRPr/>
            </a:pPr>
            <a:fld id="{B48FD976-0D1D-48AD-B6F2-6D120617F2A6}" type="datetimeFigureOut">
              <a:rPr lang="tr-TR" smtClean="0">
                <a:solidFill>
                  <a:srgbClr val="FFFFFF">
                    <a:shade val="90000"/>
                  </a:srgbClr>
                </a:solidFill>
              </a:rPr>
              <a:pPr defTabSz="844083" fontAlgn="base">
                <a:spcBef>
                  <a:spcPct val="0"/>
                </a:spcBef>
                <a:spcAft>
                  <a:spcPct val="0"/>
                </a:spcAft>
                <a:defRPr/>
              </a:pPr>
              <a:t>14.05.2020</a:t>
            </a:fld>
            <a:endParaRPr lang="tr-TR">
              <a:solidFill>
                <a:srgbClr val="FFFFFF">
                  <a:shade val="90000"/>
                </a:srgbClr>
              </a:solidFill>
            </a:endParaRPr>
          </a:p>
        </p:txBody>
      </p:sp>
      <p:sp>
        <p:nvSpPr>
          <p:cNvPr id="8" name="21 Altbilgi Yer Tutucusu"/>
          <p:cNvSpPr>
            <a:spLocks noGrp="1"/>
          </p:cNvSpPr>
          <p:nvPr>
            <p:ph type="ftr" sz="quarter" idx="11"/>
          </p:nvPr>
        </p:nvSpPr>
        <p:spPr/>
        <p:txBody>
          <a:bodyPr/>
          <a:lstStyle>
            <a:lvl1pPr>
              <a:defRPr/>
            </a:lvl1pPr>
          </a:lstStyle>
          <a:p>
            <a:pPr defTabSz="844083" fontAlgn="base">
              <a:spcBef>
                <a:spcPct val="0"/>
              </a:spcBef>
              <a:spcAft>
                <a:spcPct val="0"/>
              </a:spcAft>
              <a:defRPr/>
            </a:pPr>
            <a:endParaRPr lang="tr-TR">
              <a:solidFill>
                <a:srgbClr val="FFFFFF">
                  <a:shade val="90000"/>
                </a:srgbClr>
              </a:solidFill>
            </a:endParaRPr>
          </a:p>
        </p:txBody>
      </p:sp>
      <p:sp>
        <p:nvSpPr>
          <p:cNvPr id="9" name="17 Slayt Numarası Yer Tutucusu"/>
          <p:cNvSpPr>
            <a:spLocks noGrp="1"/>
          </p:cNvSpPr>
          <p:nvPr>
            <p:ph type="sldNum" sz="quarter" idx="12"/>
          </p:nvPr>
        </p:nvSpPr>
        <p:spPr/>
        <p:txBody>
          <a:bodyPr/>
          <a:lstStyle>
            <a:lvl1pPr>
              <a:defRPr/>
            </a:lvl1pPr>
          </a:lstStyle>
          <a:p>
            <a:pPr defTabSz="844083" fontAlgn="base">
              <a:spcBef>
                <a:spcPct val="0"/>
              </a:spcBef>
              <a:spcAft>
                <a:spcPct val="0"/>
              </a:spcAft>
              <a:defRPr/>
            </a:pPr>
            <a:fld id="{036104ED-3581-422A-B1D7-A5878A223458}" type="slidenum">
              <a:rPr lang="tr-TR" altLang="tr-TR" smtClean="0">
                <a:latin typeface="Arial" panose="020B0604020202020204" pitchFamily="34" charset="0"/>
              </a:rPr>
              <a:pPr defTabSz="84408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31438040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4616" b="0">
                <a:ln>
                  <a:noFill/>
                </a:ln>
                <a:solidFill>
                  <a:schemeClr val="tx2"/>
                </a:solidFill>
                <a:effectLst/>
                <a:latin typeface="+mj-lt"/>
                <a:ea typeface="+mj-ea"/>
                <a:cs typeface="+mj-cs"/>
              </a:defRPr>
            </a:lvl1pPr>
          </a:lstStyle>
          <a:p>
            <a:r>
              <a:rPr lang="tr-TR" smtClean="0"/>
              <a:t>Asıl başlık stili için tıklatın</a:t>
            </a:r>
            <a:endParaRPr lang="en-US"/>
          </a:p>
        </p:txBody>
      </p:sp>
      <p:sp>
        <p:nvSpPr>
          <p:cNvPr id="3" name="9 Veri Yer Tutucusu"/>
          <p:cNvSpPr>
            <a:spLocks noGrp="1"/>
          </p:cNvSpPr>
          <p:nvPr>
            <p:ph type="dt" sz="half" idx="10"/>
          </p:nvPr>
        </p:nvSpPr>
        <p:spPr/>
        <p:txBody>
          <a:bodyPr/>
          <a:lstStyle>
            <a:lvl1pPr>
              <a:defRPr/>
            </a:lvl1pPr>
          </a:lstStyle>
          <a:p>
            <a:pPr defTabSz="844083" fontAlgn="base">
              <a:spcBef>
                <a:spcPct val="0"/>
              </a:spcBef>
              <a:spcAft>
                <a:spcPct val="0"/>
              </a:spcAft>
              <a:defRPr/>
            </a:pPr>
            <a:fld id="{EAC3C8EB-1DAB-49B8-B6B5-213C6529A01D}" type="datetimeFigureOut">
              <a:rPr lang="tr-TR" smtClean="0">
                <a:solidFill>
                  <a:srgbClr val="FFFFFF">
                    <a:shade val="90000"/>
                  </a:srgbClr>
                </a:solidFill>
              </a:rPr>
              <a:pPr defTabSz="844083" fontAlgn="base">
                <a:spcBef>
                  <a:spcPct val="0"/>
                </a:spcBef>
                <a:spcAft>
                  <a:spcPct val="0"/>
                </a:spcAft>
                <a:defRPr/>
              </a:pPr>
              <a:t>14.05.2020</a:t>
            </a:fld>
            <a:endParaRPr lang="tr-TR">
              <a:solidFill>
                <a:srgbClr val="FFFFFF">
                  <a:shade val="90000"/>
                </a:srgbClr>
              </a:solidFill>
            </a:endParaRPr>
          </a:p>
        </p:txBody>
      </p:sp>
      <p:sp>
        <p:nvSpPr>
          <p:cNvPr id="4" name="21 Altbilgi Yer Tutucusu"/>
          <p:cNvSpPr>
            <a:spLocks noGrp="1"/>
          </p:cNvSpPr>
          <p:nvPr>
            <p:ph type="ftr" sz="quarter" idx="11"/>
          </p:nvPr>
        </p:nvSpPr>
        <p:spPr/>
        <p:txBody>
          <a:bodyPr/>
          <a:lstStyle>
            <a:lvl1pPr>
              <a:defRPr/>
            </a:lvl1pPr>
          </a:lstStyle>
          <a:p>
            <a:pPr defTabSz="844083" fontAlgn="base">
              <a:spcBef>
                <a:spcPct val="0"/>
              </a:spcBef>
              <a:spcAft>
                <a:spcPct val="0"/>
              </a:spcAft>
              <a:defRPr/>
            </a:pPr>
            <a:endParaRPr lang="tr-TR">
              <a:solidFill>
                <a:srgbClr val="FFFFFF">
                  <a:shade val="90000"/>
                </a:srgbClr>
              </a:solidFill>
            </a:endParaRPr>
          </a:p>
        </p:txBody>
      </p:sp>
      <p:sp>
        <p:nvSpPr>
          <p:cNvPr id="5" name="17 Slayt Numarası Yer Tutucusu"/>
          <p:cNvSpPr>
            <a:spLocks noGrp="1"/>
          </p:cNvSpPr>
          <p:nvPr>
            <p:ph type="sldNum" sz="quarter" idx="12"/>
          </p:nvPr>
        </p:nvSpPr>
        <p:spPr/>
        <p:txBody>
          <a:bodyPr/>
          <a:lstStyle>
            <a:lvl1pPr>
              <a:defRPr/>
            </a:lvl1pPr>
          </a:lstStyle>
          <a:p>
            <a:pPr defTabSz="844083" fontAlgn="base">
              <a:spcBef>
                <a:spcPct val="0"/>
              </a:spcBef>
              <a:spcAft>
                <a:spcPct val="0"/>
              </a:spcAft>
              <a:defRPr/>
            </a:pPr>
            <a:fld id="{299CF32F-3254-4093-BF6B-4DB7D0F69E10}" type="slidenum">
              <a:rPr lang="tr-TR" altLang="tr-TR" smtClean="0">
                <a:latin typeface="Arial" panose="020B0604020202020204" pitchFamily="34" charset="0"/>
              </a:rPr>
              <a:pPr defTabSz="84408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79528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9 Veri Yer Tutucusu"/>
          <p:cNvSpPr>
            <a:spLocks noGrp="1"/>
          </p:cNvSpPr>
          <p:nvPr>
            <p:ph type="dt" sz="half" idx="10"/>
          </p:nvPr>
        </p:nvSpPr>
        <p:spPr/>
        <p:txBody>
          <a:bodyPr/>
          <a:lstStyle>
            <a:lvl1pPr>
              <a:defRPr/>
            </a:lvl1pPr>
          </a:lstStyle>
          <a:p>
            <a:pPr defTabSz="844083" fontAlgn="base">
              <a:spcBef>
                <a:spcPct val="0"/>
              </a:spcBef>
              <a:spcAft>
                <a:spcPct val="0"/>
              </a:spcAft>
              <a:defRPr/>
            </a:pPr>
            <a:fld id="{D30A9DA4-C5B4-4DDD-8B54-DDCA2EDC0D28}" type="datetimeFigureOut">
              <a:rPr lang="tr-TR" smtClean="0">
                <a:solidFill>
                  <a:srgbClr val="FFFFFF">
                    <a:shade val="90000"/>
                  </a:srgbClr>
                </a:solidFill>
              </a:rPr>
              <a:pPr defTabSz="844083" fontAlgn="base">
                <a:spcBef>
                  <a:spcPct val="0"/>
                </a:spcBef>
                <a:spcAft>
                  <a:spcPct val="0"/>
                </a:spcAft>
                <a:defRPr/>
              </a:pPr>
              <a:t>14.05.2020</a:t>
            </a:fld>
            <a:endParaRPr lang="tr-TR">
              <a:solidFill>
                <a:srgbClr val="FFFFFF">
                  <a:shade val="90000"/>
                </a:srgbClr>
              </a:solidFill>
            </a:endParaRPr>
          </a:p>
        </p:txBody>
      </p:sp>
      <p:sp>
        <p:nvSpPr>
          <p:cNvPr id="3" name="21 Altbilgi Yer Tutucusu"/>
          <p:cNvSpPr>
            <a:spLocks noGrp="1"/>
          </p:cNvSpPr>
          <p:nvPr>
            <p:ph type="ftr" sz="quarter" idx="11"/>
          </p:nvPr>
        </p:nvSpPr>
        <p:spPr/>
        <p:txBody>
          <a:bodyPr/>
          <a:lstStyle>
            <a:lvl1pPr>
              <a:defRPr/>
            </a:lvl1pPr>
          </a:lstStyle>
          <a:p>
            <a:pPr defTabSz="844083" fontAlgn="base">
              <a:spcBef>
                <a:spcPct val="0"/>
              </a:spcBef>
              <a:spcAft>
                <a:spcPct val="0"/>
              </a:spcAft>
              <a:defRPr/>
            </a:pPr>
            <a:endParaRPr lang="tr-TR">
              <a:solidFill>
                <a:srgbClr val="FFFFFF">
                  <a:shade val="90000"/>
                </a:srgbClr>
              </a:solidFill>
            </a:endParaRPr>
          </a:p>
        </p:txBody>
      </p:sp>
      <p:sp>
        <p:nvSpPr>
          <p:cNvPr id="4" name="17 Slayt Numarası Yer Tutucusu"/>
          <p:cNvSpPr>
            <a:spLocks noGrp="1"/>
          </p:cNvSpPr>
          <p:nvPr>
            <p:ph type="sldNum" sz="quarter" idx="12"/>
          </p:nvPr>
        </p:nvSpPr>
        <p:spPr/>
        <p:txBody>
          <a:bodyPr/>
          <a:lstStyle>
            <a:lvl1pPr>
              <a:defRPr/>
            </a:lvl1pPr>
          </a:lstStyle>
          <a:p>
            <a:pPr defTabSz="844083" fontAlgn="base">
              <a:spcBef>
                <a:spcPct val="0"/>
              </a:spcBef>
              <a:spcAft>
                <a:spcPct val="0"/>
              </a:spcAft>
              <a:defRPr/>
            </a:pPr>
            <a:fld id="{7CC4E2EF-CC6F-480C-9018-2FDAF43131D4}" type="slidenum">
              <a:rPr lang="tr-TR" altLang="tr-TR" smtClean="0">
                <a:latin typeface="Arial" panose="020B0604020202020204" pitchFamily="34" charset="0"/>
              </a:rPr>
              <a:pPr defTabSz="84408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26552884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685800" y="514352"/>
            <a:ext cx="2743200" cy="1162050"/>
          </a:xfrm>
        </p:spPr>
        <p:txBody>
          <a:bodyPr>
            <a:noAutofit/>
          </a:bodyPr>
          <a:lstStyle>
            <a:lvl1pPr algn="l" rtl="0">
              <a:spcBef>
                <a:spcPct val="0"/>
              </a:spcBef>
              <a:buNone/>
              <a:defRPr sz="2400" b="0">
                <a:ln>
                  <a:noFill/>
                </a:ln>
                <a:solidFill>
                  <a:schemeClr val="tx2"/>
                </a:solidFill>
                <a:effectLst/>
                <a:latin typeface="+mj-lt"/>
                <a:ea typeface="+mj-ea"/>
                <a:cs typeface="+mj-cs"/>
              </a:defRPr>
            </a:lvl1pPr>
          </a:lstStyle>
          <a:p>
            <a:r>
              <a:rPr lang="tr-TR" smtClean="0"/>
              <a:t>Asıl başlık stili için tıklatın</a:t>
            </a:r>
            <a:endParaRPr lang="en-US"/>
          </a:p>
        </p:txBody>
      </p:sp>
      <p:sp>
        <p:nvSpPr>
          <p:cNvPr id="3" name="2 Metin Yer Tutucusu"/>
          <p:cNvSpPr>
            <a:spLocks noGrp="1"/>
          </p:cNvSpPr>
          <p:nvPr>
            <p:ph type="body" idx="2"/>
          </p:nvPr>
        </p:nvSpPr>
        <p:spPr>
          <a:xfrm>
            <a:off x="685800" y="1676400"/>
            <a:ext cx="2743200" cy="4572000"/>
          </a:xfrm>
        </p:spPr>
        <p:txBody>
          <a:bodyPr lIns="18288" rIns="18288"/>
          <a:lstStyle>
            <a:lvl1pPr marL="0" indent="0" algn="l">
              <a:buNone/>
              <a:defRPr sz="1292"/>
            </a:lvl1pPr>
            <a:lvl2pPr indent="0" algn="l">
              <a:buNone/>
              <a:defRPr sz="1108"/>
            </a:lvl2pPr>
            <a:lvl3pPr indent="0" algn="l">
              <a:buNone/>
              <a:defRPr sz="923"/>
            </a:lvl3pPr>
            <a:lvl4pPr indent="0" algn="l">
              <a:buNone/>
              <a:defRPr sz="831"/>
            </a:lvl4pPr>
            <a:lvl5pPr indent="0" algn="l">
              <a:buNone/>
              <a:defRPr sz="831"/>
            </a:lvl5pPr>
          </a:lstStyle>
          <a:p>
            <a:pPr lvl="0"/>
            <a:r>
              <a:rPr lang="tr-TR" smtClean="0"/>
              <a:t>Asıl metin stillerini düzenlemek için tıklatın</a:t>
            </a:r>
          </a:p>
        </p:txBody>
      </p:sp>
      <p:sp>
        <p:nvSpPr>
          <p:cNvPr id="4" name="3 İçerik Yer Tutucusu"/>
          <p:cNvSpPr>
            <a:spLocks noGrp="1"/>
          </p:cNvSpPr>
          <p:nvPr>
            <p:ph sz="half" idx="1"/>
          </p:nvPr>
        </p:nvSpPr>
        <p:spPr>
          <a:xfrm>
            <a:off x="3575051" y="1676400"/>
            <a:ext cx="5111750" cy="4572000"/>
          </a:xfrm>
        </p:spPr>
        <p:txBody>
          <a:bodyPr tIns="0"/>
          <a:lstStyle>
            <a:lvl1pPr>
              <a:defRPr sz="2585"/>
            </a:lvl1pPr>
            <a:lvl2pPr>
              <a:defRPr sz="2400"/>
            </a:lvl2pPr>
            <a:lvl3pPr>
              <a:defRPr sz="2215"/>
            </a:lvl3pPr>
            <a:lvl4pPr>
              <a:defRPr sz="1846"/>
            </a:lvl4pPr>
            <a:lvl5pPr>
              <a:defRPr sz="1662"/>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5" name="9 Veri Yer Tutucusu"/>
          <p:cNvSpPr>
            <a:spLocks noGrp="1"/>
          </p:cNvSpPr>
          <p:nvPr>
            <p:ph type="dt" sz="half" idx="10"/>
          </p:nvPr>
        </p:nvSpPr>
        <p:spPr/>
        <p:txBody>
          <a:bodyPr/>
          <a:lstStyle>
            <a:lvl1pPr>
              <a:defRPr/>
            </a:lvl1pPr>
          </a:lstStyle>
          <a:p>
            <a:pPr defTabSz="844083" fontAlgn="base">
              <a:spcBef>
                <a:spcPct val="0"/>
              </a:spcBef>
              <a:spcAft>
                <a:spcPct val="0"/>
              </a:spcAft>
              <a:defRPr/>
            </a:pPr>
            <a:fld id="{43930A67-56E7-4D7D-8B42-9731A757B378}" type="datetimeFigureOut">
              <a:rPr lang="tr-TR" smtClean="0">
                <a:solidFill>
                  <a:srgbClr val="FFFFFF">
                    <a:shade val="90000"/>
                  </a:srgbClr>
                </a:solidFill>
              </a:rPr>
              <a:pPr defTabSz="844083" fontAlgn="base">
                <a:spcBef>
                  <a:spcPct val="0"/>
                </a:spcBef>
                <a:spcAft>
                  <a:spcPct val="0"/>
                </a:spcAft>
                <a:defRPr/>
              </a:pPr>
              <a:t>14.05.2020</a:t>
            </a:fld>
            <a:endParaRPr lang="tr-TR">
              <a:solidFill>
                <a:srgbClr val="FFFFFF">
                  <a:shade val="90000"/>
                </a:srgbClr>
              </a:solidFill>
            </a:endParaRPr>
          </a:p>
        </p:txBody>
      </p:sp>
      <p:sp>
        <p:nvSpPr>
          <p:cNvPr id="6" name="21 Altbilgi Yer Tutucusu"/>
          <p:cNvSpPr>
            <a:spLocks noGrp="1"/>
          </p:cNvSpPr>
          <p:nvPr>
            <p:ph type="ftr" sz="quarter" idx="11"/>
          </p:nvPr>
        </p:nvSpPr>
        <p:spPr/>
        <p:txBody>
          <a:bodyPr/>
          <a:lstStyle>
            <a:lvl1pPr>
              <a:defRPr/>
            </a:lvl1pPr>
          </a:lstStyle>
          <a:p>
            <a:pPr defTabSz="844083" fontAlgn="base">
              <a:spcBef>
                <a:spcPct val="0"/>
              </a:spcBef>
              <a:spcAft>
                <a:spcPct val="0"/>
              </a:spcAft>
              <a:defRPr/>
            </a:pPr>
            <a:endParaRPr lang="tr-TR">
              <a:solidFill>
                <a:srgbClr val="FFFFFF">
                  <a:shade val="90000"/>
                </a:srgbClr>
              </a:solidFill>
            </a:endParaRPr>
          </a:p>
        </p:txBody>
      </p:sp>
      <p:sp>
        <p:nvSpPr>
          <p:cNvPr id="7" name="17 Slayt Numarası Yer Tutucusu"/>
          <p:cNvSpPr>
            <a:spLocks noGrp="1"/>
          </p:cNvSpPr>
          <p:nvPr>
            <p:ph type="sldNum" sz="quarter" idx="12"/>
          </p:nvPr>
        </p:nvSpPr>
        <p:spPr/>
        <p:txBody>
          <a:bodyPr/>
          <a:lstStyle>
            <a:lvl1pPr>
              <a:defRPr/>
            </a:lvl1pPr>
          </a:lstStyle>
          <a:p>
            <a:pPr defTabSz="844083" fontAlgn="base">
              <a:spcBef>
                <a:spcPct val="0"/>
              </a:spcBef>
              <a:spcAft>
                <a:spcPct val="0"/>
              </a:spcAft>
              <a:defRPr/>
            </a:pPr>
            <a:fld id="{108F546A-A946-4495-B11E-5B82AA383B61}" type="slidenum">
              <a:rPr lang="tr-TR" altLang="tr-TR" smtClean="0">
                <a:latin typeface="Arial" panose="020B0604020202020204" pitchFamily="34" charset="0"/>
              </a:rPr>
              <a:pPr defTabSz="84408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40639726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5" name="13 Tek Köşesi Kesik ve Yuvarlatılmış Dikdörtgen"/>
          <p:cNvSpPr/>
          <p:nvPr/>
        </p:nvSpPr>
        <p:spPr>
          <a:xfrm rot="420000" flipV="1">
            <a:off x="3165231"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844083" rtl="0" eaLnBrk="1" fontAlgn="base" latinLnBrk="0" hangingPunct="1">
              <a:lnSpc>
                <a:spcPct val="100000"/>
              </a:lnSpc>
              <a:spcBef>
                <a:spcPct val="0"/>
              </a:spcBef>
              <a:spcAft>
                <a:spcPct val="0"/>
              </a:spcAft>
              <a:buClrTx/>
              <a:buSzTx/>
              <a:buFontTx/>
              <a:buNone/>
              <a:tabLst/>
              <a:defRPr/>
            </a:pPr>
            <a:endParaRPr kumimoji="0" lang="en-US" sz="1662" b="0" i="0" u="none" strike="noStrike" kern="1200" cap="none" spc="0" normalizeH="0" baseline="0" noProof="0">
              <a:ln>
                <a:noFill/>
              </a:ln>
              <a:solidFill>
                <a:prstClr val="white"/>
              </a:solidFill>
              <a:effectLst/>
              <a:uLnTx/>
              <a:uFillTx/>
              <a:latin typeface="Constantia"/>
              <a:ea typeface="+mn-ea"/>
              <a:cs typeface="+mn-cs"/>
            </a:endParaRPr>
          </a:p>
        </p:txBody>
      </p:sp>
      <p:sp>
        <p:nvSpPr>
          <p:cNvPr id="6" name="14 Dik Üçgen"/>
          <p:cNvSpPr/>
          <p:nvPr/>
        </p:nvSpPr>
        <p:spPr>
          <a:xfrm rot="420000" flipV="1">
            <a:off x="8003931" y="5359401"/>
            <a:ext cx="155331"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844083" rtl="0" eaLnBrk="1" fontAlgn="base" latinLnBrk="0" hangingPunct="1">
              <a:lnSpc>
                <a:spcPct val="100000"/>
              </a:lnSpc>
              <a:spcBef>
                <a:spcPct val="0"/>
              </a:spcBef>
              <a:spcAft>
                <a:spcPct val="0"/>
              </a:spcAft>
              <a:buClrTx/>
              <a:buSzTx/>
              <a:buFontTx/>
              <a:buNone/>
              <a:tabLst/>
              <a:defRPr/>
            </a:pPr>
            <a:endParaRPr kumimoji="0" lang="en-US" sz="1662" b="0" i="0" u="none" strike="noStrike" kern="1200" cap="none" spc="0" normalizeH="0" baseline="0" noProof="0">
              <a:ln>
                <a:noFill/>
              </a:ln>
              <a:solidFill>
                <a:prstClr val="white"/>
              </a:solidFill>
              <a:effectLst/>
              <a:uLnTx/>
              <a:uFillTx/>
              <a:latin typeface="Constantia"/>
              <a:ea typeface="+mn-ea"/>
              <a:cs typeface="+mn-cs"/>
            </a:endParaRPr>
          </a:p>
        </p:txBody>
      </p:sp>
      <p:sp>
        <p:nvSpPr>
          <p:cNvPr id="7" name="15 Serbest Form"/>
          <p:cNvSpPr>
            <a:spLocks/>
          </p:cNvSpPr>
          <p:nvPr/>
        </p:nvSpPr>
        <p:spPr bwMode="auto">
          <a:xfrm flipV="1">
            <a:off x="-10258" y="5816600"/>
            <a:ext cx="9164516"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844083" rtl="0" eaLnBrk="1" fontAlgn="base" latinLnBrk="0" hangingPunct="1">
              <a:lnSpc>
                <a:spcPct val="100000"/>
              </a:lnSpc>
              <a:spcBef>
                <a:spcPct val="0"/>
              </a:spcBef>
              <a:spcAft>
                <a:spcPct val="0"/>
              </a:spcAft>
              <a:buClrTx/>
              <a:buSzTx/>
              <a:buFontTx/>
              <a:buNone/>
              <a:tabLst/>
              <a:defRPr/>
            </a:pPr>
            <a:endParaRPr kumimoji="0" lang="en-US" sz="1662" b="0" i="0" u="none" strike="noStrike" kern="1200" cap="none" spc="0" normalizeH="0" baseline="0" noProof="0">
              <a:ln>
                <a:noFill/>
              </a:ln>
              <a:solidFill>
                <a:srgbClr val="FFFFFF"/>
              </a:solidFill>
              <a:effectLst/>
              <a:uLnTx/>
              <a:uFillTx/>
              <a:latin typeface="Constantia"/>
              <a:ea typeface="+mn-ea"/>
              <a:cs typeface="+mn-cs"/>
            </a:endParaRPr>
          </a:p>
        </p:txBody>
      </p:sp>
      <p:sp>
        <p:nvSpPr>
          <p:cNvPr id="8" name="16 Serbest Form"/>
          <p:cNvSpPr>
            <a:spLocks/>
          </p:cNvSpPr>
          <p:nvPr/>
        </p:nvSpPr>
        <p:spPr bwMode="auto">
          <a:xfrm flipV="1">
            <a:off x="4381500" y="6219826"/>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844083" rtl="0" eaLnBrk="1" fontAlgn="base" latinLnBrk="0" hangingPunct="1">
              <a:lnSpc>
                <a:spcPct val="100000"/>
              </a:lnSpc>
              <a:spcBef>
                <a:spcPct val="0"/>
              </a:spcBef>
              <a:spcAft>
                <a:spcPct val="0"/>
              </a:spcAft>
              <a:buClrTx/>
              <a:buSzTx/>
              <a:buFontTx/>
              <a:buNone/>
              <a:tabLst/>
              <a:defRPr/>
            </a:pPr>
            <a:endParaRPr kumimoji="0" lang="en-US" sz="1662" b="0" i="0" u="none" strike="noStrike" kern="1200" cap="none" spc="0" normalizeH="0" baseline="0" noProof="0">
              <a:ln>
                <a:noFill/>
              </a:ln>
              <a:solidFill>
                <a:srgbClr val="FFFFFF"/>
              </a:solidFill>
              <a:effectLst/>
              <a:uLnTx/>
              <a:uFillTx/>
              <a:latin typeface="Constantia"/>
              <a:ea typeface="+mn-ea"/>
              <a:cs typeface="+mn-cs"/>
            </a:endParaRPr>
          </a:p>
        </p:txBody>
      </p:sp>
      <p:sp>
        <p:nvSpPr>
          <p:cNvPr id="2" name="1 Başlık"/>
          <p:cNvSpPr>
            <a:spLocks noGrp="1"/>
          </p:cNvSpPr>
          <p:nvPr>
            <p:ph type="title"/>
          </p:nvPr>
        </p:nvSpPr>
        <p:spPr>
          <a:xfrm>
            <a:off x="609600" y="1176998"/>
            <a:ext cx="2212848" cy="1582621"/>
          </a:xfrm>
        </p:spPr>
        <p:txBody>
          <a:bodyPr lIns="45720" rIns="45720" bIns="45720"/>
          <a:lstStyle>
            <a:lvl1pPr algn="l">
              <a:buNone/>
              <a:defRPr sz="1846" b="1">
                <a:solidFill>
                  <a:schemeClr val="tx2"/>
                </a:solidFill>
              </a:defRPr>
            </a:lvl1pPr>
          </a:lstStyle>
          <a:p>
            <a:r>
              <a:rPr lang="tr-TR" smtClean="0"/>
              <a:t>Asıl başlık stili için tıklatın</a:t>
            </a:r>
            <a:endParaRPr lang="en-US"/>
          </a:p>
        </p:txBody>
      </p:sp>
      <p:sp>
        <p:nvSpPr>
          <p:cNvPr id="4" name="3 Metin Yer Tutucusu"/>
          <p:cNvSpPr>
            <a:spLocks noGrp="1"/>
          </p:cNvSpPr>
          <p:nvPr>
            <p:ph type="body" sz="half" idx="2"/>
          </p:nvPr>
        </p:nvSpPr>
        <p:spPr>
          <a:xfrm>
            <a:off x="609600" y="2828785"/>
            <a:ext cx="2209800" cy="2179320"/>
          </a:xfrm>
        </p:spPr>
        <p:txBody>
          <a:bodyPr lIns="64008" rIns="45720"/>
          <a:lstStyle>
            <a:lvl1pPr marL="0" indent="0" algn="l">
              <a:spcBef>
                <a:spcPts val="231"/>
              </a:spcBef>
              <a:buFontTx/>
              <a:buNone/>
              <a:defRPr sz="1200"/>
            </a:lvl1pPr>
            <a:lvl2pPr>
              <a:defRPr sz="1108"/>
            </a:lvl2pPr>
            <a:lvl3pPr>
              <a:defRPr sz="923"/>
            </a:lvl3pPr>
            <a:lvl4pPr>
              <a:defRPr sz="831"/>
            </a:lvl4pPr>
            <a:lvl5pPr>
              <a:defRPr sz="831"/>
            </a:lvl5pPr>
          </a:lstStyle>
          <a:p>
            <a:pPr lvl="0"/>
            <a:r>
              <a:rPr lang="tr-TR" smtClean="0"/>
              <a:t>Asıl metin stillerini düzenlemek için tıklatın</a:t>
            </a:r>
          </a:p>
        </p:txBody>
      </p:sp>
      <p:sp>
        <p:nvSpPr>
          <p:cNvPr id="3" name="2 Resim Yer Tutucusu"/>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2954"/>
            </a:lvl1pPr>
          </a:lstStyle>
          <a:p>
            <a:pPr lvl="0"/>
            <a:r>
              <a:rPr lang="tr-TR" noProof="0" smtClean="0"/>
              <a:t>Resim eklemek için simgeyi tıklatın</a:t>
            </a:r>
            <a:endParaRPr lang="en-US" noProof="0" dirty="0"/>
          </a:p>
        </p:txBody>
      </p:sp>
      <p:sp>
        <p:nvSpPr>
          <p:cNvPr id="9" name="4 Veri Yer Tutucusu"/>
          <p:cNvSpPr>
            <a:spLocks noGrp="1"/>
          </p:cNvSpPr>
          <p:nvPr>
            <p:ph type="dt" sz="half" idx="10"/>
          </p:nvPr>
        </p:nvSpPr>
        <p:spPr/>
        <p:txBody>
          <a:bodyPr/>
          <a:lstStyle>
            <a:lvl1pPr>
              <a:defRPr/>
            </a:lvl1pPr>
          </a:lstStyle>
          <a:p>
            <a:pPr defTabSz="844083" fontAlgn="base">
              <a:spcBef>
                <a:spcPct val="0"/>
              </a:spcBef>
              <a:spcAft>
                <a:spcPct val="0"/>
              </a:spcAft>
              <a:defRPr/>
            </a:pPr>
            <a:fld id="{AD631610-23D5-489E-9162-69FBAAE3B07B}" type="datetimeFigureOut">
              <a:rPr lang="tr-TR" smtClean="0">
                <a:solidFill>
                  <a:srgbClr val="FFFFFF">
                    <a:shade val="90000"/>
                  </a:srgbClr>
                </a:solidFill>
              </a:rPr>
              <a:pPr defTabSz="844083" fontAlgn="base">
                <a:spcBef>
                  <a:spcPct val="0"/>
                </a:spcBef>
                <a:spcAft>
                  <a:spcPct val="0"/>
                </a:spcAft>
                <a:defRPr/>
              </a:pPr>
              <a:t>14.05.2020</a:t>
            </a:fld>
            <a:endParaRPr lang="tr-TR">
              <a:solidFill>
                <a:srgbClr val="FFFFFF">
                  <a:shade val="90000"/>
                </a:srgbClr>
              </a:solidFill>
            </a:endParaRPr>
          </a:p>
        </p:txBody>
      </p:sp>
      <p:sp>
        <p:nvSpPr>
          <p:cNvPr id="10" name="5 Altbilgi Yer Tutucusu"/>
          <p:cNvSpPr>
            <a:spLocks noGrp="1"/>
          </p:cNvSpPr>
          <p:nvPr>
            <p:ph type="ftr" sz="quarter" idx="11"/>
          </p:nvPr>
        </p:nvSpPr>
        <p:spPr/>
        <p:txBody>
          <a:bodyPr/>
          <a:lstStyle>
            <a:lvl1pPr>
              <a:defRPr/>
            </a:lvl1pPr>
          </a:lstStyle>
          <a:p>
            <a:pPr defTabSz="844083" fontAlgn="base">
              <a:spcBef>
                <a:spcPct val="0"/>
              </a:spcBef>
              <a:spcAft>
                <a:spcPct val="0"/>
              </a:spcAft>
              <a:defRPr/>
            </a:pPr>
            <a:endParaRPr lang="tr-TR">
              <a:solidFill>
                <a:srgbClr val="FFFFFF">
                  <a:shade val="90000"/>
                </a:srgbClr>
              </a:solidFill>
            </a:endParaRPr>
          </a:p>
        </p:txBody>
      </p:sp>
      <p:sp>
        <p:nvSpPr>
          <p:cNvPr id="11" name="6 Slayt Numarası Yer Tutucusu"/>
          <p:cNvSpPr>
            <a:spLocks noGrp="1"/>
          </p:cNvSpPr>
          <p:nvPr>
            <p:ph type="sldNum" sz="quarter" idx="12"/>
          </p:nvPr>
        </p:nvSpPr>
        <p:spPr>
          <a:xfrm>
            <a:off x="8077200" y="6356351"/>
            <a:ext cx="609600" cy="365125"/>
          </a:xfrm>
        </p:spPr>
        <p:txBody>
          <a:bodyPr/>
          <a:lstStyle>
            <a:lvl1pPr>
              <a:defRPr/>
            </a:lvl1pPr>
          </a:lstStyle>
          <a:p>
            <a:pPr defTabSz="844083" fontAlgn="base">
              <a:spcBef>
                <a:spcPct val="0"/>
              </a:spcBef>
              <a:spcAft>
                <a:spcPct val="0"/>
              </a:spcAft>
              <a:defRPr/>
            </a:pPr>
            <a:fld id="{DA1C6CD5-95F3-4911-9F85-672C2B1D0489}" type="slidenum">
              <a:rPr lang="tr-TR" altLang="tr-TR" smtClean="0">
                <a:latin typeface="Arial" panose="020B0604020202020204" pitchFamily="34" charset="0"/>
              </a:rPr>
              <a:pPr defTabSz="84408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13942276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en-US"/>
          </a:p>
        </p:txBody>
      </p:sp>
      <p:sp>
        <p:nvSpPr>
          <p:cNvPr id="3" name="2 Dikey Metin Yer Tutucusu"/>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9 Veri Yer Tutucusu"/>
          <p:cNvSpPr>
            <a:spLocks noGrp="1"/>
          </p:cNvSpPr>
          <p:nvPr>
            <p:ph type="dt" sz="half" idx="10"/>
          </p:nvPr>
        </p:nvSpPr>
        <p:spPr/>
        <p:txBody>
          <a:bodyPr/>
          <a:lstStyle>
            <a:lvl1pPr>
              <a:defRPr/>
            </a:lvl1pPr>
          </a:lstStyle>
          <a:p>
            <a:pPr defTabSz="844083" fontAlgn="base">
              <a:spcBef>
                <a:spcPct val="0"/>
              </a:spcBef>
              <a:spcAft>
                <a:spcPct val="0"/>
              </a:spcAft>
              <a:defRPr/>
            </a:pPr>
            <a:fld id="{1E6B7EB5-9A0C-4CD6-80B7-49D68D8087BB}" type="datetimeFigureOut">
              <a:rPr lang="tr-TR" smtClean="0">
                <a:solidFill>
                  <a:srgbClr val="FFFFFF">
                    <a:shade val="90000"/>
                  </a:srgbClr>
                </a:solidFill>
              </a:rPr>
              <a:pPr defTabSz="844083" fontAlgn="base">
                <a:spcBef>
                  <a:spcPct val="0"/>
                </a:spcBef>
                <a:spcAft>
                  <a:spcPct val="0"/>
                </a:spcAft>
                <a:defRPr/>
              </a:pPr>
              <a:t>14.05.2020</a:t>
            </a:fld>
            <a:endParaRPr lang="tr-TR">
              <a:solidFill>
                <a:srgbClr val="FFFFFF">
                  <a:shade val="90000"/>
                </a:srgbClr>
              </a:solidFill>
            </a:endParaRPr>
          </a:p>
        </p:txBody>
      </p:sp>
      <p:sp>
        <p:nvSpPr>
          <p:cNvPr id="5" name="21 Altbilgi Yer Tutucusu"/>
          <p:cNvSpPr>
            <a:spLocks noGrp="1"/>
          </p:cNvSpPr>
          <p:nvPr>
            <p:ph type="ftr" sz="quarter" idx="11"/>
          </p:nvPr>
        </p:nvSpPr>
        <p:spPr/>
        <p:txBody>
          <a:bodyPr/>
          <a:lstStyle>
            <a:lvl1pPr>
              <a:defRPr/>
            </a:lvl1pPr>
          </a:lstStyle>
          <a:p>
            <a:pPr defTabSz="844083" fontAlgn="base">
              <a:spcBef>
                <a:spcPct val="0"/>
              </a:spcBef>
              <a:spcAft>
                <a:spcPct val="0"/>
              </a:spcAft>
              <a:defRPr/>
            </a:pPr>
            <a:endParaRPr lang="tr-TR">
              <a:solidFill>
                <a:srgbClr val="FFFFFF">
                  <a:shade val="90000"/>
                </a:srgbClr>
              </a:solidFill>
            </a:endParaRPr>
          </a:p>
        </p:txBody>
      </p:sp>
      <p:sp>
        <p:nvSpPr>
          <p:cNvPr id="6" name="17 Slayt Numarası Yer Tutucusu"/>
          <p:cNvSpPr>
            <a:spLocks noGrp="1"/>
          </p:cNvSpPr>
          <p:nvPr>
            <p:ph type="sldNum" sz="quarter" idx="12"/>
          </p:nvPr>
        </p:nvSpPr>
        <p:spPr/>
        <p:txBody>
          <a:bodyPr/>
          <a:lstStyle>
            <a:lvl1pPr>
              <a:defRPr/>
            </a:lvl1pPr>
          </a:lstStyle>
          <a:p>
            <a:pPr defTabSz="844083" fontAlgn="base">
              <a:spcBef>
                <a:spcPct val="0"/>
              </a:spcBef>
              <a:spcAft>
                <a:spcPct val="0"/>
              </a:spcAft>
              <a:defRPr/>
            </a:pPr>
            <a:fld id="{C87DADFF-8E9F-41B0-8CD5-A7B1CDD680F0}" type="slidenum">
              <a:rPr lang="tr-TR" altLang="tr-TR" smtClean="0">
                <a:latin typeface="Arial" panose="020B0604020202020204" pitchFamily="34" charset="0"/>
              </a:rPr>
              <a:pPr defTabSz="84408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13620145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914402"/>
            <a:ext cx="2057400" cy="5211763"/>
          </a:xfrm>
        </p:spPr>
        <p:txBody>
          <a:bodyPr vert="eaVert"/>
          <a:lstStyle/>
          <a:p>
            <a:r>
              <a:rPr lang="tr-TR" smtClean="0"/>
              <a:t>Asıl başlık stili için tıklatın</a:t>
            </a:r>
            <a:endParaRPr lang="en-US"/>
          </a:p>
        </p:txBody>
      </p:sp>
      <p:sp>
        <p:nvSpPr>
          <p:cNvPr id="3" name="2 Dikey Metin Yer Tutucusu"/>
          <p:cNvSpPr>
            <a:spLocks noGrp="1"/>
          </p:cNvSpPr>
          <p:nvPr>
            <p:ph type="body" orient="vert" idx="1"/>
          </p:nvPr>
        </p:nvSpPr>
        <p:spPr>
          <a:xfrm>
            <a:off x="457200" y="914402"/>
            <a:ext cx="6019800" cy="5211763"/>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9 Veri Yer Tutucusu"/>
          <p:cNvSpPr>
            <a:spLocks noGrp="1"/>
          </p:cNvSpPr>
          <p:nvPr>
            <p:ph type="dt" sz="half" idx="10"/>
          </p:nvPr>
        </p:nvSpPr>
        <p:spPr/>
        <p:txBody>
          <a:bodyPr/>
          <a:lstStyle>
            <a:lvl1pPr>
              <a:defRPr/>
            </a:lvl1pPr>
          </a:lstStyle>
          <a:p>
            <a:pPr defTabSz="844083" fontAlgn="base">
              <a:spcBef>
                <a:spcPct val="0"/>
              </a:spcBef>
              <a:spcAft>
                <a:spcPct val="0"/>
              </a:spcAft>
              <a:defRPr/>
            </a:pPr>
            <a:fld id="{9A58D888-1973-4E94-AFE3-558ECC99E156}" type="datetimeFigureOut">
              <a:rPr lang="tr-TR" smtClean="0">
                <a:solidFill>
                  <a:srgbClr val="FFFFFF">
                    <a:shade val="90000"/>
                  </a:srgbClr>
                </a:solidFill>
              </a:rPr>
              <a:pPr defTabSz="844083" fontAlgn="base">
                <a:spcBef>
                  <a:spcPct val="0"/>
                </a:spcBef>
                <a:spcAft>
                  <a:spcPct val="0"/>
                </a:spcAft>
                <a:defRPr/>
              </a:pPr>
              <a:t>14.05.2020</a:t>
            </a:fld>
            <a:endParaRPr lang="tr-TR">
              <a:solidFill>
                <a:srgbClr val="FFFFFF">
                  <a:shade val="90000"/>
                </a:srgbClr>
              </a:solidFill>
            </a:endParaRPr>
          </a:p>
        </p:txBody>
      </p:sp>
      <p:sp>
        <p:nvSpPr>
          <p:cNvPr id="5" name="21 Altbilgi Yer Tutucusu"/>
          <p:cNvSpPr>
            <a:spLocks noGrp="1"/>
          </p:cNvSpPr>
          <p:nvPr>
            <p:ph type="ftr" sz="quarter" idx="11"/>
          </p:nvPr>
        </p:nvSpPr>
        <p:spPr/>
        <p:txBody>
          <a:bodyPr/>
          <a:lstStyle>
            <a:lvl1pPr>
              <a:defRPr/>
            </a:lvl1pPr>
          </a:lstStyle>
          <a:p>
            <a:pPr defTabSz="844083" fontAlgn="base">
              <a:spcBef>
                <a:spcPct val="0"/>
              </a:spcBef>
              <a:spcAft>
                <a:spcPct val="0"/>
              </a:spcAft>
              <a:defRPr/>
            </a:pPr>
            <a:endParaRPr lang="tr-TR">
              <a:solidFill>
                <a:srgbClr val="FFFFFF">
                  <a:shade val="90000"/>
                </a:srgbClr>
              </a:solidFill>
            </a:endParaRPr>
          </a:p>
        </p:txBody>
      </p:sp>
      <p:sp>
        <p:nvSpPr>
          <p:cNvPr id="6" name="17 Slayt Numarası Yer Tutucusu"/>
          <p:cNvSpPr>
            <a:spLocks noGrp="1"/>
          </p:cNvSpPr>
          <p:nvPr>
            <p:ph type="sldNum" sz="quarter" idx="12"/>
          </p:nvPr>
        </p:nvSpPr>
        <p:spPr/>
        <p:txBody>
          <a:bodyPr/>
          <a:lstStyle>
            <a:lvl1pPr>
              <a:defRPr/>
            </a:lvl1pPr>
          </a:lstStyle>
          <a:p>
            <a:pPr defTabSz="844083" fontAlgn="base">
              <a:spcBef>
                <a:spcPct val="0"/>
              </a:spcBef>
              <a:spcAft>
                <a:spcPct val="0"/>
              </a:spcAft>
              <a:defRPr/>
            </a:pPr>
            <a:fld id="{BA8B57E6-59E1-42F5-AC7F-22257B5B79F6}" type="slidenum">
              <a:rPr lang="tr-TR" altLang="tr-TR" smtClean="0">
                <a:latin typeface="Arial" panose="020B0604020202020204" pitchFamily="34" charset="0"/>
              </a:rPr>
              <a:pPr defTabSz="844083" fontAlgn="base">
                <a:spcBef>
                  <a:spcPct val="0"/>
                </a:spcBef>
                <a:spcAft>
                  <a:spcPct val="0"/>
                </a:spcAft>
                <a:defRPr/>
              </a:pPr>
              <a:t>‹#›</a:t>
            </a:fld>
            <a:endParaRPr lang="tr-TR" altLang="tr-TR">
              <a:latin typeface="Arial" panose="020B0604020202020204" pitchFamily="34" charset="0"/>
            </a:endParaRPr>
          </a:p>
        </p:txBody>
      </p:sp>
    </p:spTree>
    <p:extLst>
      <p:ext uri="{BB962C8B-B14F-4D97-AF65-F5344CB8AC3E}">
        <p14:creationId xmlns:p14="http://schemas.microsoft.com/office/powerpoint/2010/main" val="1912627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Başlık Yer Tutucusu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tr-TR" altLang="tr-TR" smtClean="0"/>
              <a:t>Asıl başlık stili için tıklatın</a:t>
            </a:r>
          </a:p>
        </p:txBody>
      </p:sp>
      <p:sp>
        <p:nvSpPr>
          <p:cNvPr id="2051" name="Metin Yer Tutucusu 2"/>
          <p:cNvSpPr>
            <a:spLocks noGrp="1"/>
          </p:cNvSpPr>
          <p:nvPr>
            <p:ph type="body" idx="1"/>
          </p:nvPr>
        </p:nvSpPr>
        <p:spPr bwMode="auto">
          <a:xfrm>
            <a:off x="457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tr-TR" altLang="tr-TR" smtClean="0"/>
              <a:t>Asıl metin stillerini düzenlemek için tıklatın</a:t>
            </a:r>
          </a:p>
          <a:p>
            <a:pPr lvl="1"/>
            <a:r>
              <a:rPr lang="tr-TR" altLang="tr-TR" smtClean="0"/>
              <a:t>İkinci düzey</a:t>
            </a:r>
          </a:p>
          <a:p>
            <a:pPr lvl="2"/>
            <a:r>
              <a:rPr lang="tr-TR" altLang="tr-TR" smtClean="0"/>
              <a:t>Üçüncü düzey</a:t>
            </a:r>
          </a:p>
          <a:p>
            <a:pPr lvl="3"/>
            <a:r>
              <a:rPr lang="tr-TR" altLang="tr-TR" smtClean="0"/>
              <a:t>Dördüncü düzey</a:t>
            </a:r>
          </a:p>
          <a:p>
            <a:pPr lvl="4"/>
            <a:r>
              <a:rPr lang="tr-TR" altLang="tr-TR" smtClean="0"/>
              <a:t>Beşinci düzey</a:t>
            </a:r>
          </a:p>
        </p:txBody>
      </p:sp>
      <p:sp>
        <p:nvSpPr>
          <p:cNvPr id="4" name="Veri Yer Tutucusu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108">
                <a:solidFill>
                  <a:prstClr val="black">
                    <a:tint val="75000"/>
                  </a:prstClr>
                </a:solidFill>
                <a:latin typeface="+mn-lt"/>
                <a:cs typeface="+mn-cs"/>
              </a:defRPr>
            </a:lvl1pPr>
          </a:lstStyle>
          <a:p>
            <a:pPr defTabSz="844083">
              <a:defRPr/>
            </a:pPr>
            <a:fld id="{D443C27A-9D9D-418A-B278-75EBAEC9C7B2}" type="datetimeFigureOut">
              <a:rPr lang="tr-TR" smtClean="0"/>
              <a:pPr defTabSz="844083">
                <a:defRPr/>
              </a:pPr>
              <a:t>14.05.2020</a:t>
            </a:fld>
            <a:endParaRPr lang="tr-TR"/>
          </a:p>
        </p:txBody>
      </p:sp>
      <p:sp>
        <p:nvSpPr>
          <p:cNvPr id="5" name="Altbilgi Yer Tutucusu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108">
                <a:solidFill>
                  <a:prstClr val="black">
                    <a:tint val="75000"/>
                  </a:prstClr>
                </a:solidFill>
                <a:latin typeface="+mn-lt"/>
                <a:cs typeface="+mn-cs"/>
              </a:defRPr>
            </a:lvl1pPr>
          </a:lstStyle>
          <a:p>
            <a:pPr defTabSz="844083">
              <a:defRPr/>
            </a:pPr>
            <a:endParaRPr lang="tr-TR"/>
          </a:p>
        </p:txBody>
      </p:sp>
      <p:sp>
        <p:nvSpPr>
          <p:cNvPr id="6" name="Slayt Numarası Yer Tutucusu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108">
                <a:solidFill>
                  <a:prstClr val="black">
                    <a:tint val="75000"/>
                  </a:prstClr>
                </a:solidFill>
                <a:latin typeface="+mn-lt"/>
                <a:cs typeface="+mn-cs"/>
              </a:defRPr>
            </a:lvl1pPr>
          </a:lstStyle>
          <a:p>
            <a:pPr defTabSz="844083">
              <a:defRPr/>
            </a:pPr>
            <a:fld id="{0BF7D7CE-23DA-4BC6-B3A0-729B8A85F746}" type="slidenum">
              <a:rPr lang="tr-TR" smtClean="0"/>
              <a:pPr defTabSz="844083">
                <a:defRPr/>
              </a:pPr>
              <a:t>‹#›</a:t>
            </a:fld>
            <a:endParaRPr lang="tr-TR"/>
          </a:p>
        </p:txBody>
      </p:sp>
    </p:spTree>
    <p:extLst>
      <p:ext uri="{BB962C8B-B14F-4D97-AF65-F5344CB8AC3E}">
        <p14:creationId xmlns:p14="http://schemas.microsoft.com/office/powerpoint/2010/main" val="5336323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sz="4062" kern="1200">
          <a:solidFill>
            <a:schemeClr val="tx1"/>
          </a:solidFill>
          <a:latin typeface="+mj-lt"/>
          <a:ea typeface="+mj-ea"/>
          <a:cs typeface="+mj-cs"/>
        </a:defRPr>
      </a:lvl1pPr>
      <a:lvl2pPr algn="ctr" rtl="0" eaLnBrk="0" fontAlgn="base" hangingPunct="0">
        <a:spcBef>
          <a:spcPct val="0"/>
        </a:spcBef>
        <a:spcAft>
          <a:spcPct val="0"/>
        </a:spcAft>
        <a:defRPr sz="4062">
          <a:solidFill>
            <a:schemeClr val="tx1"/>
          </a:solidFill>
          <a:latin typeface="Calibri" pitchFamily="34" charset="0"/>
        </a:defRPr>
      </a:lvl2pPr>
      <a:lvl3pPr algn="ctr" rtl="0" eaLnBrk="0" fontAlgn="base" hangingPunct="0">
        <a:spcBef>
          <a:spcPct val="0"/>
        </a:spcBef>
        <a:spcAft>
          <a:spcPct val="0"/>
        </a:spcAft>
        <a:defRPr sz="4062">
          <a:solidFill>
            <a:schemeClr val="tx1"/>
          </a:solidFill>
          <a:latin typeface="Calibri" pitchFamily="34" charset="0"/>
        </a:defRPr>
      </a:lvl3pPr>
      <a:lvl4pPr algn="ctr" rtl="0" eaLnBrk="0" fontAlgn="base" hangingPunct="0">
        <a:spcBef>
          <a:spcPct val="0"/>
        </a:spcBef>
        <a:spcAft>
          <a:spcPct val="0"/>
        </a:spcAft>
        <a:defRPr sz="4062">
          <a:solidFill>
            <a:schemeClr val="tx1"/>
          </a:solidFill>
          <a:latin typeface="Calibri" pitchFamily="34" charset="0"/>
        </a:defRPr>
      </a:lvl4pPr>
      <a:lvl5pPr algn="ctr" rtl="0" eaLnBrk="0" fontAlgn="base" hangingPunct="0">
        <a:spcBef>
          <a:spcPct val="0"/>
        </a:spcBef>
        <a:spcAft>
          <a:spcPct val="0"/>
        </a:spcAft>
        <a:defRPr sz="4062">
          <a:solidFill>
            <a:schemeClr val="tx1"/>
          </a:solidFill>
          <a:latin typeface="Calibri" pitchFamily="34" charset="0"/>
        </a:defRPr>
      </a:lvl5pPr>
      <a:lvl6pPr marL="422041" algn="ctr" rtl="0" fontAlgn="base">
        <a:spcBef>
          <a:spcPct val="0"/>
        </a:spcBef>
        <a:spcAft>
          <a:spcPct val="0"/>
        </a:spcAft>
        <a:defRPr sz="4062">
          <a:solidFill>
            <a:schemeClr val="tx1"/>
          </a:solidFill>
          <a:latin typeface="Calibri" pitchFamily="34" charset="0"/>
        </a:defRPr>
      </a:lvl6pPr>
      <a:lvl7pPr marL="844083" algn="ctr" rtl="0" fontAlgn="base">
        <a:spcBef>
          <a:spcPct val="0"/>
        </a:spcBef>
        <a:spcAft>
          <a:spcPct val="0"/>
        </a:spcAft>
        <a:defRPr sz="4062">
          <a:solidFill>
            <a:schemeClr val="tx1"/>
          </a:solidFill>
          <a:latin typeface="Calibri" pitchFamily="34" charset="0"/>
        </a:defRPr>
      </a:lvl7pPr>
      <a:lvl8pPr marL="1266124" algn="ctr" rtl="0" fontAlgn="base">
        <a:spcBef>
          <a:spcPct val="0"/>
        </a:spcBef>
        <a:spcAft>
          <a:spcPct val="0"/>
        </a:spcAft>
        <a:defRPr sz="4062">
          <a:solidFill>
            <a:schemeClr val="tx1"/>
          </a:solidFill>
          <a:latin typeface="Calibri" pitchFamily="34" charset="0"/>
        </a:defRPr>
      </a:lvl8pPr>
      <a:lvl9pPr marL="1688165" algn="ctr" rtl="0" fontAlgn="base">
        <a:spcBef>
          <a:spcPct val="0"/>
        </a:spcBef>
        <a:spcAft>
          <a:spcPct val="0"/>
        </a:spcAft>
        <a:defRPr sz="4062">
          <a:solidFill>
            <a:schemeClr val="tx1"/>
          </a:solidFill>
          <a:latin typeface="Calibri" pitchFamily="34" charset="0"/>
        </a:defRPr>
      </a:lvl9pPr>
    </p:titleStyle>
    <p:bodyStyle>
      <a:lvl1pPr marL="316531" indent="-316531" algn="l" rtl="0" eaLnBrk="0" fontAlgn="base" hangingPunct="0">
        <a:spcBef>
          <a:spcPct val="20000"/>
        </a:spcBef>
        <a:spcAft>
          <a:spcPct val="0"/>
        </a:spcAft>
        <a:buFont typeface="Arial" panose="020B0604020202020204" pitchFamily="34" charset="0"/>
        <a:buChar char="•"/>
        <a:defRPr sz="2954" kern="1200">
          <a:solidFill>
            <a:schemeClr val="tx1"/>
          </a:solidFill>
          <a:latin typeface="+mn-lt"/>
          <a:ea typeface="+mn-ea"/>
          <a:cs typeface="+mn-cs"/>
        </a:defRPr>
      </a:lvl1pPr>
      <a:lvl2pPr marL="685817" indent="-263776" algn="l" rtl="0" eaLnBrk="0" fontAlgn="base" hangingPunct="0">
        <a:spcBef>
          <a:spcPct val="20000"/>
        </a:spcBef>
        <a:spcAft>
          <a:spcPct val="0"/>
        </a:spcAft>
        <a:buFont typeface="Arial" panose="020B0604020202020204" pitchFamily="34" charset="0"/>
        <a:buChar char="–"/>
        <a:defRPr sz="2585" kern="1200">
          <a:solidFill>
            <a:schemeClr val="tx1"/>
          </a:solidFill>
          <a:latin typeface="+mn-lt"/>
          <a:ea typeface="+mn-ea"/>
          <a:cs typeface="+mn-cs"/>
        </a:defRPr>
      </a:lvl2pPr>
      <a:lvl3pPr marL="1055103" indent="-211021" algn="l" rtl="0" eaLnBrk="0" fontAlgn="base" hangingPunct="0">
        <a:spcBef>
          <a:spcPct val="20000"/>
        </a:spcBef>
        <a:spcAft>
          <a:spcPct val="0"/>
        </a:spcAft>
        <a:buFont typeface="Arial" panose="020B0604020202020204" pitchFamily="34" charset="0"/>
        <a:buChar char="•"/>
        <a:defRPr sz="2215" kern="1200">
          <a:solidFill>
            <a:schemeClr val="tx1"/>
          </a:solidFill>
          <a:latin typeface="+mn-lt"/>
          <a:ea typeface="+mn-ea"/>
          <a:cs typeface="+mn-cs"/>
        </a:defRPr>
      </a:lvl3pPr>
      <a:lvl4pPr marL="1477145" indent="-211021" algn="l" rtl="0" eaLnBrk="0" fontAlgn="base" hangingPunct="0">
        <a:spcBef>
          <a:spcPct val="20000"/>
        </a:spcBef>
        <a:spcAft>
          <a:spcPct val="0"/>
        </a:spcAft>
        <a:buFont typeface="Arial" panose="020B0604020202020204" pitchFamily="34" charset="0"/>
        <a:buChar char="–"/>
        <a:defRPr sz="1846" kern="1200">
          <a:solidFill>
            <a:schemeClr val="tx1"/>
          </a:solidFill>
          <a:latin typeface="+mn-lt"/>
          <a:ea typeface="+mn-ea"/>
          <a:cs typeface="+mn-cs"/>
        </a:defRPr>
      </a:lvl4pPr>
      <a:lvl5pPr marL="1899186" indent="-211021" algn="l" rtl="0" eaLnBrk="0" fontAlgn="base" hangingPunct="0">
        <a:spcBef>
          <a:spcPct val="20000"/>
        </a:spcBef>
        <a:spcAft>
          <a:spcPct val="0"/>
        </a:spcAft>
        <a:buFont typeface="Arial" panose="020B0604020202020204" pitchFamily="34" charset="0"/>
        <a:buChar char="»"/>
        <a:defRPr sz="1846" kern="1200">
          <a:solidFill>
            <a:schemeClr val="tx1"/>
          </a:solidFill>
          <a:latin typeface="+mn-lt"/>
          <a:ea typeface="+mn-ea"/>
          <a:cs typeface="+mn-cs"/>
        </a:defRPr>
      </a:lvl5pPr>
      <a:lvl6pPr marL="2321227"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6pPr>
      <a:lvl7pPr marL="2743269"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7pPr>
      <a:lvl8pPr marL="3165310"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8pPr>
      <a:lvl9pPr marL="3587351"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9pPr>
    </p:bodyStyle>
    <p:otherStyle>
      <a:defPPr>
        <a:defRPr lang="tr-TR"/>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C9F1FF">
            <a:alpha val="45882"/>
          </a:srgbClr>
        </a:solidFill>
        <a:effectLst/>
      </p:bgPr>
    </p:bg>
    <p:spTree>
      <p:nvGrpSpPr>
        <p:cNvPr id="1" name=""/>
        <p:cNvGrpSpPr/>
        <p:nvPr/>
      </p:nvGrpSpPr>
      <p:grpSpPr>
        <a:xfrm>
          <a:off x="0" y="0"/>
          <a:ext cx="0" cy="0"/>
          <a:chOff x="0" y="0"/>
          <a:chExt cx="0" cy="0"/>
        </a:xfrm>
      </p:grpSpPr>
      <p:sp>
        <p:nvSpPr>
          <p:cNvPr id="7" name="6 Serbest Form"/>
          <p:cNvSpPr>
            <a:spLocks/>
          </p:cNvSpPr>
          <p:nvPr/>
        </p:nvSpPr>
        <p:spPr bwMode="auto">
          <a:xfrm>
            <a:off x="-10258" y="-7938"/>
            <a:ext cx="9164516"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514363" rtl="0" eaLnBrk="1" fontAlgn="base" latinLnBrk="0" hangingPunct="1">
              <a:lnSpc>
                <a:spcPct val="100000"/>
              </a:lnSpc>
              <a:spcBef>
                <a:spcPct val="0"/>
              </a:spcBef>
              <a:spcAft>
                <a:spcPct val="0"/>
              </a:spcAft>
              <a:buClrTx/>
              <a:buSzTx/>
              <a:buFontTx/>
              <a:buNone/>
              <a:tabLst/>
              <a:defRPr/>
            </a:pPr>
            <a:endParaRPr kumimoji="0" lang="en-US" sz="1013" b="0" i="0" u="none" strike="noStrike" kern="1200" cap="none" spc="0" normalizeH="0" baseline="0" noProof="0">
              <a:ln>
                <a:noFill/>
              </a:ln>
              <a:solidFill>
                <a:srgbClr val="FFFFFF"/>
              </a:solidFill>
              <a:effectLst/>
              <a:uLnTx/>
              <a:uFillTx/>
              <a:latin typeface="Constantia"/>
              <a:ea typeface="+mn-ea"/>
              <a:cs typeface="+mn-cs"/>
            </a:endParaRPr>
          </a:p>
        </p:txBody>
      </p:sp>
      <p:sp>
        <p:nvSpPr>
          <p:cNvPr id="8" name="7 Serbest Form"/>
          <p:cNvSpPr>
            <a:spLocks/>
          </p:cNvSpPr>
          <p:nvPr/>
        </p:nvSpPr>
        <p:spPr bwMode="auto">
          <a:xfrm>
            <a:off x="4381501"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514363" rtl="0" eaLnBrk="1" fontAlgn="base" latinLnBrk="0" hangingPunct="1">
              <a:lnSpc>
                <a:spcPct val="100000"/>
              </a:lnSpc>
              <a:spcBef>
                <a:spcPct val="0"/>
              </a:spcBef>
              <a:spcAft>
                <a:spcPct val="0"/>
              </a:spcAft>
              <a:buClrTx/>
              <a:buSzTx/>
              <a:buFontTx/>
              <a:buNone/>
              <a:tabLst/>
              <a:defRPr/>
            </a:pPr>
            <a:endParaRPr kumimoji="0" lang="en-US" sz="1013" b="0" i="0" u="none" strike="noStrike" kern="1200" cap="none" spc="0" normalizeH="0" baseline="0" noProof="0">
              <a:ln>
                <a:noFill/>
              </a:ln>
              <a:solidFill>
                <a:srgbClr val="FFFFFF"/>
              </a:solidFill>
              <a:effectLst/>
              <a:uLnTx/>
              <a:uFillTx/>
              <a:latin typeface="Constantia"/>
              <a:ea typeface="+mn-ea"/>
              <a:cs typeface="+mn-cs"/>
            </a:endParaRPr>
          </a:p>
        </p:txBody>
      </p:sp>
      <p:sp>
        <p:nvSpPr>
          <p:cNvPr id="1028" name="8 Başlık Yer Tutucusu"/>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tr-TR" altLang="tr-TR" smtClean="0"/>
              <a:t>Asıl başlık stili için tıklatın</a:t>
            </a:r>
            <a:endParaRPr lang="en-US" altLang="tr-TR" smtClean="0"/>
          </a:p>
        </p:txBody>
      </p:sp>
      <p:sp>
        <p:nvSpPr>
          <p:cNvPr id="1029" name="29 Metin Yer Tutucusu"/>
          <p:cNvSpPr>
            <a:spLocks noGrp="1"/>
          </p:cNvSpPr>
          <p:nvPr>
            <p:ph type="body" idx="1"/>
          </p:nvPr>
        </p:nvSpPr>
        <p:spPr bwMode="auto">
          <a:xfrm>
            <a:off x="457200" y="1935166"/>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tr-TR" altLang="tr-TR" smtClean="0"/>
              <a:t>Asıl metin stillerini düzenlemek için tıklatın</a:t>
            </a:r>
          </a:p>
          <a:p>
            <a:pPr lvl="1"/>
            <a:r>
              <a:rPr lang="tr-TR" altLang="tr-TR" smtClean="0"/>
              <a:t>İkinci düzey</a:t>
            </a:r>
          </a:p>
          <a:p>
            <a:pPr lvl="2"/>
            <a:r>
              <a:rPr lang="tr-TR" altLang="tr-TR" smtClean="0"/>
              <a:t>Üçüncü düzey</a:t>
            </a:r>
          </a:p>
          <a:p>
            <a:pPr lvl="3"/>
            <a:r>
              <a:rPr lang="tr-TR" altLang="tr-TR" smtClean="0"/>
              <a:t>Dördüncü düzey</a:t>
            </a:r>
          </a:p>
          <a:p>
            <a:pPr lvl="4"/>
            <a:r>
              <a:rPr lang="tr-TR" altLang="tr-TR" smtClean="0"/>
              <a:t>Beşinci düzey</a:t>
            </a:r>
            <a:endParaRPr lang="en-US" altLang="tr-TR" smtClean="0"/>
          </a:p>
        </p:txBody>
      </p:sp>
      <p:sp>
        <p:nvSpPr>
          <p:cNvPr id="10" name="9 Veri Yer Tutucusu"/>
          <p:cNvSpPr>
            <a:spLocks noGrp="1"/>
          </p:cNvSpPr>
          <p:nvPr>
            <p:ph type="dt" sz="half" idx="2"/>
          </p:nvPr>
        </p:nvSpPr>
        <p:spPr>
          <a:xfrm>
            <a:off x="457200" y="6356355"/>
            <a:ext cx="2133600" cy="365125"/>
          </a:xfrm>
          <a:prstGeom prst="rect">
            <a:avLst/>
          </a:prstGeom>
        </p:spPr>
        <p:txBody>
          <a:bodyPr vert="horz" lIns="0" tIns="0" rIns="0" bIns="0" anchor="b"/>
          <a:lstStyle>
            <a:lvl1pPr algn="l" eaLnBrk="1" latinLnBrk="0" hangingPunct="1">
              <a:defRPr kumimoji="0" sz="675">
                <a:solidFill>
                  <a:schemeClr val="tx2">
                    <a:shade val="90000"/>
                  </a:schemeClr>
                </a:solidFill>
                <a:latin typeface="Arial" charset="0"/>
              </a:defRPr>
            </a:lvl1pPr>
          </a:lstStyle>
          <a:p>
            <a:pPr defTabSz="514363" fontAlgn="base">
              <a:spcBef>
                <a:spcPct val="0"/>
              </a:spcBef>
              <a:spcAft>
                <a:spcPct val="0"/>
              </a:spcAft>
              <a:defRPr/>
            </a:pPr>
            <a:fld id="{B494C839-905F-4F15-9778-CE03912FDAB7}" type="datetimeFigureOut">
              <a:rPr lang="tr-TR" smtClean="0">
                <a:solidFill>
                  <a:srgbClr val="FFFFFF">
                    <a:shade val="90000"/>
                  </a:srgbClr>
                </a:solidFill>
              </a:rPr>
              <a:pPr defTabSz="514363" fontAlgn="base">
                <a:spcBef>
                  <a:spcPct val="0"/>
                </a:spcBef>
                <a:spcAft>
                  <a:spcPct val="0"/>
                </a:spcAft>
                <a:defRPr/>
              </a:pPr>
              <a:t>14.05.2020</a:t>
            </a:fld>
            <a:endParaRPr lang="tr-TR">
              <a:solidFill>
                <a:srgbClr val="FFFFFF">
                  <a:shade val="90000"/>
                </a:srgbClr>
              </a:solidFill>
            </a:endParaRPr>
          </a:p>
        </p:txBody>
      </p:sp>
      <p:sp>
        <p:nvSpPr>
          <p:cNvPr id="22" name="21 Altbilgi Yer Tutucusu"/>
          <p:cNvSpPr>
            <a:spLocks noGrp="1"/>
          </p:cNvSpPr>
          <p:nvPr>
            <p:ph type="ftr" sz="quarter" idx="3"/>
          </p:nvPr>
        </p:nvSpPr>
        <p:spPr>
          <a:xfrm>
            <a:off x="2667000" y="6356355"/>
            <a:ext cx="3352800" cy="365125"/>
          </a:xfrm>
          <a:prstGeom prst="rect">
            <a:avLst/>
          </a:prstGeom>
        </p:spPr>
        <p:txBody>
          <a:bodyPr vert="horz" lIns="0" tIns="0" rIns="0" bIns="0" anchor="b"/>
          <a:lstStyle>
            <a:lvl1pPr algn="l" eaLnBrk="1" latinLnBrk="0" hangingPunct="1">
              <a:defRPr kumimoji="0" sz="675">
                <a:solidFill>
                  <a:schemeClr val="tx2">
                    <a:shade val="90000"/>
                  </a:schemeClr>
                </a:solidFill>
                <a:latin typeface="Arial" charset="0"/>
              </a:defRPr>
            </a:lvl1pPr>
          </a:lstStyle>
          <a:p>
            <a:pPr defTabSz="514363" fontAlgn="base">
              <a:spcBef>
                <a:spcPct val="0"/>
              </a:spcBef>
              <a:spcAft>
                <a:spcPct val="0"/>
              </a:spcAft>
              <a:defRPr/>
            </a:pPr>
            <a:endParaRPr lang="tr-TR">
              <a:solidFill>
                <a:srgbClr val="FFFFFF">
                  <a:shade val="90000"/>
                </a:srgbClr>
              </a:solidFill>
            </a:endParaRPr>
          </a:p>
        </p:txBody>
      </p:sp>
      <p:sp>
        <p:nvSpPr>
          <p:cNvPr id="18" name="17 Slayt Numarası Yer Tutucusu"/>
          <p:cNvSpPr>
            <a:spLocks noGrp="1"/>
          </p:cNvSpPr>
          <p:nvPr>
            <p:ph type="sldNum" sz="quarter" idx="4"/>
          </p:nvPr>
        </p:nvSpPr>
        <p:spPr>
          <a:xfrm>
            <a:off x="7924800" y="6356355"/>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675">
                <a:solidFill>
                  <a:srgbClr val="F3F3F3"/>
                </a:solidFill>
              </a:defRPr>
            </a:lvl1pPr>
          </a:lstStyle>
          <a:p>
            <a:pPr defTabSz="514363" fontAlgn="base">
              <a:spcBef>
                <a:spcPct val="0"/>
              </a:spcBef>
              <a:spcAft>
                <a:spcPct val="0"/>
              </a:spcAft>
              <a:defRPr/>
            </a:pPr>
            <a:fld id="{A3B7F6FA-1CA0-40A4-96B9-A2026547FB17}" type="slidenum">
              <a:rPr lang="tr-TR" altLang="tr-TR" smtClean="0">
                <a:latin typeface="Arial" panose="020B0604020202020204" pitchFamily="34" charset="0"/>
              </a:rPr>
              <a:pPr defTabSz="514363" fontAlgn="base">
                <a:spcBef>
                  <a:spcPct val="0"/>
                </a:spcBef>
                <a:spcAft>
                  <a:spcPct val="0"/>
                </a:spcAft>
                <a:defRPr/>
              </a:pPr>
              <a:t>‹#›</a:t>
            </a:fld>
            <a:endParaRPr lang="tr-TR" altLang="tr-TR">
              <a:latin typeface="Arial" panose="020B0604020202020204" pitchFamily="34" charset="0"/>
            </a:endParaRPr>
          </a:p>
        </p:txBody>
      </p:sp>
      <p:grpSp>
        <p:nvGrpSpPr>
          <p:cNvPr id="1033" name="1 Grup"/>
          <p:cNvGrpSpPr>
            <a:grpSpLocks/>
          </p:cNvGrpSpPr>
          <p:nvPr/>
        </p:nvGrpSpPr>
        <p:grpSpPr bwMode="auto">
          <a:xfrm>
            <a:off x="-19050" y="203200"/>
            <a:ext cx="9180635" cy="647700"/>
            <a:chOff x="-19045" y="216550"/>
            <a:chExt cx="9180548" cy="649224"/>
          </a:xfrm>
        </p:grpSpPr>
        <p:sp>
          <p:nvSpPr>
            <p:cNvPr id="12" name="11 Serbest Form"/>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marL="0" marR="0" lvl="0" indent="0" algn="l" defTabSz="514363" rtl="0" eaLnBrk="1" fontAlgn="base" latinLnBrk="0" hangingPunct="1">
                <a:lnSpc>
                  <a:spcPct val="100000"/>
                </a:lnSpc>
                <a:spcBef>
                  <a:spcPct val="0"/>
                </a:spcBef>
                <a:spcAft>
                  <a:spcPct val="0"/>
                </a:spcAft>
                <a:buClrTx/>
                <a:buSzTx/>
                <a:buFontTx/>
                <a:buNone/>
                <a:tabLst/>
                <a:defRPr/>
              </a:pPr>
              <a:endParaRPr kumimoji="0" lang="en-US" sz="1013" b="0" i="0" u="none" strike="noStrike" kern="1200" cap="none" spc="0" normalizeH="0" baseline="0" noProof="0">
                <a:ln>
                  <a:noFill/>
                </a:ln>
                <a:solidFill>
                  <a:srgbClr val="FFFFFF"/>
                </a:solidFill>
                <a:effectLst/>
                <a:uLnTx/>
                <a:uFillTx/>
                <a:latin typeface="Arial" charset="0"/>
                <a:ea typeface="+mn-ea"/>
                <a:cs typeface="+mn-cs"/>
              </a:endParaRPr>
            </a:p>
          </p:txBody>
        </p:sp>
        <p:sp>
          <p:nvSpPr>
            <p:cNvPr id="13" name="12 Serbest Form"/>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marL="0" marR="0" lvl="0" indent="0" algn="l" defTabSz="514363" rtl="0" eaLnBrk="1" fontAlgn="base" latinLnBrk="0" hangingPunct="1">
                <a:lnSpc>
                  <a:spcPct val="100000"/>
                </a:lnSpc>
                <a:spcBef>
                  <a:spcPct val="0"/>
                </a:spcBef>
                <a:spcAft>
                  <a:spcPct val="0"/>
                </a:spcAft>
                <a:buClrTx/>
                <a:buSzTx/>
                <a:buFontTx/>
                <a:buNone/>
                <a:tabLst/>
                <a:defRPr/>
              </a:pPr>
              <a:endParaRPr kumimoji="0" lang="en-US" sz="1013" b="0" i="0" u="none" strike="noStrike" kern="1200" cap="none" spc="0" normalizeH="0" baseline="0" noProof="0">
                <a:ln>
                  <a:noFill/>
                </a:ln>
                <a:solidFill>
                  <a:srgbClr val="FFFFFF"/>
                </a:solidFill>
                <a:effectLst/>
                <a:uLnTx/>
                <a:uFillTx/>
                <a:latin typeface="Arial" charset="0"/>
                <a:ea typeface="+mn-ea"/>
                <a:cs typeface="+mn-cs"/>
              </a:endParaRPr>
            </a:p>
          </p:txBody>
        </p:sp>
      </p:grpSp>
    </p:spTree>
    <p:extLst>
      <p:ext uri="{BB962C8B-B14F-4D97-AF65-F5344CB8AC3E}">
        <p14:creationId xmlns:p14="http://schemas.microsoft.com/office/powerpoint/2010/main" val="676378949"/>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rtl="0" eaLnBrk="0" fontAlgn="base" hangingPunct="0">
        <a:spcBef>
          <a:spcPct val="0"/>
        </a:spcBef>
        <a:spcAft>
          <a:spcPct val="0"/>
        </a:spcAft>
        <a:defRPr sz="2813" kern="1200">
          <a:solidFill>
            <a:schemeClr val="tx2"/>
          </a:solidFill>
          <a:latin typeface="+mj-lt"/>
          <a:ea typeface="+mj-ea"/>
          <a:cs typeface="+mj-cs"/>
        </a:defRPr>
      </a:lvl1pPr>
      <a:lvl2pPr algn="l" rtl="0" eaLnBrk="0" fontAlgn="base" hangingPunct="0">
        <a:spcBef>
          <a:spcPct val="0"/>
        </a:spcBef>
        <a:spcAft>
          <a:spcPct val="0"/>
        </a:spcAft>
        <a:defRPr sz="2813">
          <a:solidFill>
            <a:schemeClr val="tx2"/>
          </a:solidFill>
          <a:latin typeface="Calibri" pitchFamily="34" charset="0"/>
        </a:defRPr>
      </a:lvl2pPr>
      <a:lvl3pPr algn="l" rtl="0" eaLnBrk="0" fontAlgn="base" hangingPunct="0">
        <a:spcBef>
          <a:spcPct val="0"/>
        </a:spcBef>
        <a:spcAft>
          <a:spcPct val="0"/>
        </a:spcAft>
        <a:defRPr sz="2813">
          <a:solidFill>
            <a:schemeClr val="tx2"/>
          </a:solidFill>
          <a:latin typeface="Calibri" pitchFamily="34" charset="0"/>
        </a:defRPr>
      </a:lvl3pPr>
      <a:lvl4pPr algn="l" rtl="0" eaLnBrk="0" fontAlgn="base" hangingPunct="0">
        <a:spcBef>
          <a:spcPct val="0"/>
        </a:spcBef>
        <a:spcAft>
          <a:spcPct val="0"/>
        </a:spcAft>
        <a:defRPr sz="2813">
          <a:solidFill>
            <a:schemeClr val="tx2"/>
          </a:solidFill>
          <a:latin typeface="Calibri" pitchFamily="34" charset="0"/>
        </a:defRPr>
      </a:lvl4pPr>
      <a:lvl5pPr algn="l" rtl="0" eaLnBrk="0" fontAlgn="base" hangingPunct="0">
        <a:spcBef>
          <a:spcPct val="0"/>
        </a:spcBef>
        <a:spcAft>
          <a:spcPct val="0"/>
        </a:spcAft>
        <a:defRPr sz="2813">
          <a:solidFill>
            <a:schemeClr val="tx2"/>
          </a:solidFill>
          <a:latin typeface="Calibri" pitchFamily="34" charset="0"/>
        </a:defRPr>
      </a:lvl5pPr>
      <a:lvl6pPr marL="257181" algn="l" rtl="0" fontAlgn="base">
        <a:spcBef>
          <a:spcPct val="0"/>
        </a:spcBef>
        <a:spcAft>
          <a:spcPct val="0"/>
        </a:spcAft>
        <a:defRPr sz="2813">
          <a:solidFill>
            <a:schemeClr val="tx2"/>
          </a:solidFill>
          <a:latin typeface="Calibri" pitchFamily="34" charset="0"/>
        </a:defRPr>
      </a:lvl6pPr>
      <a:lvl7pPr marL="514363" algn="l" rtl="0" fontAlgn="base">
        <a:spcBef>
          <a:spcPct val="0"/>
        </a:spcBef>
        <a:spcAft>
          <a:spcPct val="0"/>
        </a:spcAft>
        <a:defRPr sz="2813">
          <a:solidFill>
            <a:schemeClr val="tx2"/>
          </a:solidFill>
          <a:latin typeface="Calibri" pitchFamily="34" charset="0"/>
        </a:defRPr>
      </a:lvl7pPr>
      <a:lvl8pPr marL="771545" algn="l" rtl="0" fontAlgn="base">
        <a:spcBef>
          <a:spcPct val="0"/>
        </a:spcBef>
        <a:spcAft>
          <a:spcPct val="0"/>
        </a:spcAft>
        <a:defRPr sz="2813">
          <a:solidFill>
            <a:schemeClr val="tx2"/>
          </a:solidFill>
          <a:latin typeface="Calibri" pitchFamily="34" charset="0"/>
        </a:defRPr>
      </a:lvl8pPr>
      <a:lvl9pPr marL="1028726" algn="l" rtl="0" fontAlgn="base">
        <a:spcBef>
          <a:spcPct val="0"/>
        </a:spcBef>
        <a:spcAft>
          <a:spcPct val="0"/>
        </a:spcAft>
        <a:defRPr sz="2813">
          <a:solidFill>
            <a:schemeClr val="tx2"/>
          </a:solidFill>
          <a:latin typeface="Calibri" pitchFamily="34" charset="0"/>
        </a:defRPr>
      </a:lvl9pPr>
    </p:titleStyle>
    <p:bodyStyle>
      <a:lvl1pPr marL="153595" indent="-153595" algn="l" rtl="0" eaLnBrk="0" fontAlgn="base" hangingPunct="0">
        <a:spcBef>
          <a:spcPct val="20000"/>
        </a:spcBef>
        <a:spcAft>
          <a:spcPct val="0"/>
        </a:spcAft>
        <a:buClr>
          <a:srgbClr val="0BD0D9"/>
        </a:buClr>
        <a:buSzPct val="95000"/>
        <a:buFont typeface="Wingdings 2" panose="05020102010507070707" pitchFamily="18" charset="2"/>
        <a:buChar char=""/>
        <a:defRPr sz="1462" kern="1200">
          <a:solidFill>
            <a:schemeClr val="tx1"/>
          </a:solidFill>
          <a:latin typeface="+mn-lt"/>
          <a:ea typeface="+mn-ea"/>
          <a:cs typeface="+mn-cs"/>
        </a:defRPr>
      </a:lvl1pPr>
      <a:lvl2pPr marL="359875" indent="-138413" algn="l" rtl="0" eaLnBrk="0" fontAlgn="base" hangingPunct="0">
        <a:spcBef>
          <a:spcPct val="20000"/>
        </a:spcBef>
        <a:spcAft>
          <a:spcPct val="0"/>
        </a:spcAft>
        <a:buClr>
          <a:schemeClr val="accent1"/>
        </a:buClr>
        <a:buSzPct val="85000"/>
        <a:buFont typeface="Wingdings 2" panose="05020102010507070707" pitchFamily="18" charset="2"/>
        <a:buChar char=""/>
        <a:defRPr sz="1350" kern="1200">
          <a:solidFill>
            <a:schemeClr val="tx1"/>
          </a:solidFill>
          <a:latin typeface="+mn-lt"/>
          <a:ea typeface="+mn-ea"/>
          <a:cs typeface="+mn-cs"/>
        </a:defRPr>
      </a:lvl2pPr>
      <a:lvl3pPr marL="514363" indent="-138413" algn="l" rtl="0" eaLnBrk="0" fontAlgn="base" hangingPunct="0">
        <a:spcBef>
          <a:spcPct val="20000"/>
        </a:spcBef>
        <a:spcAft>
          <a:spcPct val="0"/>
        </a:spcAft>
        <a:buClr>
          <a:schemeClr val="accent2"/>
        </a:buClr>
        <a:buSzPct val="70000"/>
        <a:buFont typeface="Wingdings 2" panose="05020102010507070707" pitchFamily="18" charset="2"/>
        <a:buChar char=""/>
        <a:defRPr sz="1182" kern="1200">
          <a:solidFill>
            <a:schemeClr val="tx1"/>
          </a:solidFill>
          <a:latin typeface="+mn-lt"/>
          <a:ea typeface="+mn-ea"/>
          <a:cs typeface="+mn-cs"/>
        </a:defRPr>
      </a:lvl3pPr>
      <a:lvl4pPr marL="667958" indent="-117875" algn="l" rtl="0" eaLnBrk="0" fontAlgn="base" hangingPunct="0">
        <a:spcBef>
          <a:spcPct val="20000"/>
        </a:spcBef>
        <a:spcAft>
          <a:spcPct val="0"/>
        </a:spcAft>
        <a:buClr>
          <a:srgbClr val="0BD0D9"/>
        </a:buClr>
        <a:buSzPct val="65000"/>
        <a:buFont typeface="Wingdings 2" panose="05020102010507070707" pitchFamily="18" charset="2"/>
        <a:buChar char=""/>
        <a:defRPr sz="1125" kern="1200">
          <a:solidFill>
            <a:schemeClr val="tx1"/>
          </a:solidFill>
          <a:latin typeface="+mn-lt"/>
          <a:ea typeface="+mn-ea"/>
          <a:cs typeface="+mn-cs"/>
        </a:defRPr>
      </a:lvl4pPr>
      <a:lvl5pPr marL="822445" indent="-117875" algn="l" rtl="0" eaLnBrk="0" fontAlgn="base" hangingPunct="0">
        <a:spcBef>
          <a:spcPct val="20000"/>
        </a:spcBef>
        <a:spcAft>
          <a:spcPct val="0"/>
        </a:spcAft>
        <a:buClr>
          <a:srgbClr val="10CF9B"/>
        </a:buClr>
        <a:buSzPct val="65000"/>
        <a:buFont typeface="Wingdings 2" panose="05020102010507070707" pitchFamily="18" charset="2"/>
        <a:buChar char=""/>
        <a:defRPr sz="1125" kern="1200">
          <a:solidFill>
            <a:schemeClr val="tx1"/>
          </a:solidFill>
          <a:latin typeface="+mn-lt"/>
          <a:ea typeface="+mn-ea"/>
          <a:cs typeface="+mn-cs"/>
        </a:defRPr>
      </a:lvl5pPr>
      <a:lvl6pPr marL="977290" indent="-118304" algn="l" rtl="0" eaLnBrk="1" latinLnBrk="0" hangingPunct="1">
        <a:spcBef>
          <a:spcPct val="20000"/>
        </a:spcBef>
        <a:buClr>
          <a:schemeClr val="accent5"/>
        </a:buClr>
        <a:buSzPct val="80000"/>
        <a:buFont typeface="Wingdings 2"/>
        <a:buChar char=""/>
        <a:defRPr kumimoji="0" sz="1013" kern="1200">
          <a:solidFill>
            <a:schemeClr val="tx1"/>
          </a:solidFill>
          <a:latin typeface="+mn-lt"/>
          <a:ea typeface="+mn-ea"/>
          <a:cs typeface="+mn-cs"/>
        </a:defRPr>
      </a:lvl6pPr>
      <a:lvl7pPr marL="1080162" indent="-102873" algn="l" rtl="0" eaLnBrk="1" latinLnBrk="0" hangingPunct="1">
        <a:spcBef>
          <a:spcPct val="20000"/>
        </a:spcBef>
        <a:buClr>
          <a:schemeClr val="accent6"/>
        </a:buClr>
        <a:buSzPct val="80000"/>
        <a:buFont typeface="Wingdings 2"/>
        <a:buChar char=""/>
        <a:defRPr kumimoji="0" sz="900" kern="1200" baseline="0">
          <a:solidFill>
            <a:schemeClr val="tx1"/>
          </a:solidFill>
          <a:latin typeface="+mn-lt"/>
          <a:ea typeface="+mn-ea"/>
          <a:cs typeface="+mn-cs"/>
        </a:defRPr>
      </a:lvl7pPr>
      <a:lvl8pPr marL="1234471" indent="-102873" algn="l" rtl="0" eaLnBrk="1" latinLnBrk="0" hangingPunct="1">
        <a:spcBef>
          <a:spcPct val="20000"/>
        </a:spcBef>
        <a:buClr>
          <a:schemeClr val="tx2"/>
        </a:buClr>
        <a:buChar char="•"/>
        <a:defRPr kumimoji="0" sz="900" kern="1200">
          <a:solidFill>
            <a:schemeClr val="tx1"/>
          </a:solidFill>
          <a:latin typeface="+mn-lt"/>
          <a:ea typeface="+mn-ea"/>
          <a:cs typeface="+mn-cs"/>
        </a:defRPr>
      </a:lvl8pPr>
      <a:lvl9pPr marL="1388780" indent="-102873" algn="l" rtl="0" eaLnBrk="1" latinLnBrk="0" hangingPunct="1">
        <a:spcBef>
          <a:spcPct val="20000"/>
        </a:spcBef>
        <a:buClr>
          <a:schemeClr val="tx2"/>
        </a:buClr>
        <a:buFontTx/>
        <a:buChar char="•"/>
        <a:defRPr kumimoji="0" sz="787"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257181" algn="l" rtl="0" eaLnBrk="1" latinLnBrk="0" hangingPunct="1">
        <a:defRPr kumimoji="0" kern="1200">
          <a:solidFill>
            <a:schemeClr val="tx1"/>
          </a:solidFill>
          <a:latin typeface="+mn-lt"/>
          <a:ea typeface="+mn-ea"/>
          <a:cs typeface="+mn-cs"/>
        </a:defRPr>
      </a:lvl2pPr>
      <a:lvl3pPr marL="514363" algn="l" rtl="0" eaLnBrk="1" latinLnBrk="0" hangingPunct="1">
        <a:defRPr kumimoji="0" kern="1200">
          <a:solidFill>
            <a:schemeClr val="tx1"/>
          </a:solidFill>
          <a:latin typeface="+mn-lt"/>
          <a:ea typeface="+mn-ea"/>
          <a:cs typeface="+mn-cs"/>
        </a:defRPr>
      </a:lvl3pPr>
      <a:lvl4pPr marL="771545" algn="l" rtl="0" eaLnBrk="1" latinLnBrk="0" hangingPunct="1">
        <a:defRPr kumimoji="0" kern="1200">
          <a:solidFill>
            <a:schemeClr val="tx1"/>
          </a:solidFill>
          <a:latin typeface="+mn-lt"/>
          <a:ea typeface="+mn-ea"/>
          <a:cs typeface="+mn-cs"/>
        </a:defRPr>
      </a:lvl4pPr>
      <a:lvl5pPr marL="1028726" algn="l" rtl="0" eaLnBrk="1" latinLnBrk="0" hangingPunct="1">
        <a:defRPr kumimoji="0" kern="1200">
          <a:solidFill>
            <a:schemeClr val="tx1"/>
          </a:solidFill>
          <a:latin typeface="+mn-lt"/>
          <a:ea typeface="+mn-ea"/>
          <a:cs typeface="+mn-cs"/>
        </a:defRPr>
      </a:lvl5pPr>
      <a:lvl6pPr marL="1285907" algn="l" rtl="0" eaLnBrk="1" latinLnBrk="0" hangingPunct="1">
        <a:defRPr kumimoji="0" kern="1200">
          <a:solidFill>
            <a:schemeClr val="tx1"/>
          </a:solidFill>
          <a:latin typeface="+mn-lt"/>
          <a:ea typeface="+mn-ea"/>
          <a:cs typeface="+mn-cs"/>
        </a:defRPr>
      </a:lvl6pPr>
      <a:lvl7pPr marL="1543089" algn="l" rtl="0" eaLnBrk="1" latinLnBrk="0" hangingPunct="1">
        <a:defRPr kumimoji="0" kern="1200">
          <a:solidFill>
            <a:schemeClr val="tx1"/>
          </a:solidFill>
          <a:latin typeface="+mn-lt"/>
          <a:ea typeface="+mn-ea"/>
          <a:cs typeface="+mn-cs"/>
        </a:defRPr>
      </a:lvl7pPr>
      <a:lvl8pPr marL="1800270" algn="l" rtl="0" eaLnBrk="1" latinLnBrk="0" hangingPunct="1">
        <a:defRPr kumimoji="0" kern="1200">
          <a:solidFill>
            <a:schemeClr val="tx1"/>
          </a:solidFill>
          <a:latin typeface="+mn-lt"/>
          <a:ea typeface="+mn-ea"/>
          <a:cs typeface="+mn-cs"/>
        </a:defRPr>
      </a:lvl8pPr>
      <a:lvl9pPr marL="2057451"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C9F1FF">
            <a:alpha val="45882"/>
          </a:srgbClr>
        </a:solidFill>
        <a:effectLst/>
      </p:bgPr>
    </p:bg>
    <p:spTree>
      <p:nvGrpSpPr>
        <p:cNvPr id="1" name=""/>
        <p:cNvGrpSpPr/>
        <p:nvPr/>
      </p:nvGrpSpPr>
      <p:grpSpPr>
        <a:xfrm>
          <a:off x="0" y="0"/>
          <a:ext cx="0" cy="0"/>
          <a:chOff x="0" y="0"/>
          <a:chExt cx="0" cy="0"/>
        </a:xfrm>
      </p:grpSpPr>
      <p:sp>
        <p:nvSpPr>
          <p:cNvPr id="7" name="6 Serbest Form"/>
          <p:cNvSpPr>
            <a:spLocks/>
          </p:cNvSpPr>
          <p:nvPr/>
        </p:nvSpPr>
        <p:spPr bwMode="auto">
          <a:xfrm>
            <a:off x="-10258" y="-7938"/>
            <a:ext cx="9164516"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844083" rtl="0" eaLnBrk="1" fontAlgn="base" latinLnBrk="0" hangingPunct="1">
              <a:lnSpc>
                <a:spcPct val="100000"/>
              </a:lnSpc>
              <a:spcBef>
                <a:spcPct val="0"/>
              </a:spcBef>
              <a:spcAft>
                <a:spcPct val="0"/>
              </a:spcAft>
              <a:buClrTx/>
              <a:buSzTx/>
              <a:buFontTx/>
              <a:buNone/>
              <a:tabLst/>
              <a:defRPr/>
            </a:pPr>
            <a:endParaRPr kumimoji="0" lang="en-US" sz="1662" b="0" i="0" u="none" strike="noStrike" kern="1200" cap="none" spc="0" normalizeH="0" baseline="0" noProof="0">
              <a:ln>
                <a:noFill/>
              </a:ln>
              <a:solidFill>
                <a:srgbClr val="FFFFFF"/>
              </a:solidFill>
              <a:effectLst/>
              <a:uLnTx/>
              <a:uFillTx/>
              <a:latin typeface="Constantia"/>
              <a:ea typeface="+mn-ea"/>
              <a:cs typeface="+mn-cs"/>
            </a:endParaRPr>
          </a:p>
        </p:txBody>
      </p:sp>
      <p:sp>
        <p:nvSpPr>
          <p:cNvPr id="8" name="7 Serbest Form"/>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844083" rtl="0" eaLnBrk="1" fontAlgn="base" latinLnBrk="0" hangingPunct="1">
              <a:lnSpc>
                <a:spcPct val="100000"/>
              </a:lnSpc>
              <a:spcBef>
                <a:spcPct val="0"/>
              </a:spcBef>
              <a:spcAft>
                <a:spcPct val="0"/>
              </a:spcAft>
              <a:buClrTx/>
              <a:buSzTx/>
              <a:buFontTx/>
              <a:buNone/>
              <a:tabLst/>
              <a:defRPr/>
            </a:pPr>
            <a:endParaRPr kumimoji="0" lang="en-US" sz="1662" b="0" i="0" u="none" strike="noStrike" kern="1200" cap="none" spc="0" normalizeH="0" baseline="0" noProof="0">
              <a:ln>
                <a:noFill/>
              </a:ln>
              <a:solidFill>
                <a:srgbClr val="FFFFFF"/>
              </a:solidFill>
              <a:effectLst/>
              <a:uLnTx/>
              <a:uFillTx/>
              <a:latin typeface="Constantia"/>
              <a:ea typeface="+mn-ea"/>
              <a:cs typeface="+mn-cs"/>
            </a:endParaRPr>
          </a:p>
        </p:txBody>
      </p:sp>
      <p:sp>
        <p:nvSpPr>
          <p:cNvPr id="1028" name="8 Başlık Yer Tutucusu"/>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tr-TR" altLang="tr-TR" smtClean="0"/>
              <a:t>Asıl başlık stili için tıklatın</a:t>
            </a:r>
            <a:endParaRPr lang="en-US" altLang="tr-TR" smtClean="0"/>
          </a:p>
        </p:txBody>
      </p:sp>
      <p:sp>
        <p:nvSpPr>
          <p:cNvPr id="1029" name="29 Metin Yer Tutucusu"/>
          <p:cNvSpPr>
            <a:spLocks noGrp="1"/>
          </p:cNvSpPr>
          <p:nvPr>
            <p:ph type="body" idx="1"/>
          </p:nvPr>
        </p:nvSpPr>
        <p:spPr bwMode="auto">
          <a:xfrm>
            <a:off x="457200" y="1935164"/>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tr-TR" altLang="tr-TR" smtClean="0"/>
              <a:t>Asıl metin stillerini düzenlemek için tıklatın</a:t>
            </a:r>
          </a:p>
          <a:p>
            <a:pPr lvl="1"/>
            <a:r>
              <a:rPr lang="tr-TR" altLang="tr-TR" smtClean="0"/>
              <a:t>İkinci düzey</a:t>
            </a:r>
          </a:p>
          <a:p>
            <a:pPr lvl="2"/>
            <a:r>
              <a:rPr lang="tr-TR" altLang="tr-TR" smtClean="0"/>
              <a:t>Üçüncü düzey</a:t>
            </a:r>
          </a:p>
          <a:p>
            <a:pPr lvl="3"/>
            <a:r>
              <a:rPr lang="tr-TR" altLang="tr-TR" smtClean="0"/>
              <a:t>Dördüncü düzey</a:t>
            </a:r>
          </a:p>
          <a:p>
            <a:pPr lvl="4"/>
            <a:r>
              <a:rPr lang="tr-TR" altLang="tr-TR" smtClean="0"/>
              <a:t>Beşinci düzey</a:t>
            </a:r>
            <a:endParaRPr lang="en-US" altLang="tr-TR" smtClean="0"/>
          </a:p>
        </p:txBody>
      </p:sp>
      <p:sp>
        <p:nvSpPr>
          <p:cNvPr id="10" name="9 Veri Yer Tutucusu"/>
          <p:cNvSpPr>
            <a:spLocks noGrp="1"/>
          </p:cNvSpPr>
          <p:nvPr>
            <p:ph type="dt" sz="half" idx="2"/>
          </p:nvPr>
        </p:nvSpPr>
        <p:spPr>
          <a:xfrm>
            <a:off x="457200" y="6356351"/>
            <a:ext cx="2133600" cy="365125"/>
          </a:xfrm>
          <a:prstGeom prst="rect">
            <a:avLst/>
          </a:prstGeom>
        </p:spPr>
        <p:txBody>
          <a:bodyPr vert="horz" lIns="0" tIns="0" rIns="0" bIns="0" anchor="b"/>
          <a:lstStyle>
            <a:lvl1pPr algn="l" eaLnBrk="1" latinLnBrk="0" hangingPunct="1">
              <a:defRPr kumimoji="0" sz="1108">
                <a:solidFill>
                  <a:schemeClr val="tx2">
                    <a:shade val="90000"/>
                  </a:schemeClr>
                </a:solidFill>
                <a:latin typeface="Arial" charset="0"/>
              </a:defRPr>
            </a:lvl1pPr>
          </a:lstStyle>
          <a:p>
            <a:pPr defTabSz="844083" fontAlgn="base">
              <a:spcBef>
                <a:spcPct val="0"/>
              </a:spcBef>
              <a:spcAft>
                <a:spcPct val="0"/>
              </a:spcAft>
              <a:defRPr/>
            </a:pPr>
            <a:fld id="{E8E2575D-9695-463D-9EA9-36F5B30EDE10}" type="datetimeFigureOut">
              <a:rPr lang="tr-TR" smtClean="0">
                <a:solidFill>
                  <a:srgbClr val="FFFFFF">
                    <a:shade val="90000"/>
                  </a:srgbClr>
                </a:solidFill>
              </a:rPr>
              <a:pPr defTabSz="844083" fontAlgn="base">
                <a:spcBef>
                  <a:spcPct val="0"/>
                </a:spcBef>
                <a:spcAft>
                  <a:spcPct val="0"/>
                </a:spcAft>
                <a:defRPr/>
              </a:pPr>
              <a:t>14.05.2020</a:t>
            </a:fld>
            <a:endParaRPr lang="tr-TR">
              <a:solidFill>
                <a:srgbClr val="FFFFFF">
                  <a:shade val="90000"/>
                </a:srgbClr>
              </a:solidFill>
            </a:endParaRPr>
          </a:p>
        </p:txBody>
      </p:sp>
      <p:sp>
        <p:nvSpPr>
          <p:cNvPr id="22" name="21 Altbilgi Yer Tutucusu"/>
          <p:cNvSpPr>
            <a:spLocks noGrp="1"/>
          </p:cNvSpPr>
          <p:nvPr>
            <p:ph type="ftr" sz="quarter" idx="3"/>
          </p:nvPr>
        </p:nvSpPr>
        <p:spPr>
          <a:xfrm>
            <a:off x="2667000" y="6356351"/>
            <a:ext cx="3352800" cy="365125"/>
          </a:xfrm>
          <a:prstGeom prst="rect">
            <a:avLst/>
          </a:prstGeom>
        </p:spPr>
        <p:txBody>
          <a:bodyPr vert="horz" lIns="0" tIns="0" rIns="0" bIns="0" anchor="b"/>
          <a:lstStyle>
            <a:lvl1pPr algn="l" eaLnBrk="1" latinLnBrk="0" hangingPunct="1">
              <a:defRPr kumimoji="0" sz="1108">
                <a:solidFill>
                  <a:schemeClr val="tx2">
                    <a:shade val="90000"/>
                  </a:schemeClr>
                </a:solidFill>
                <a:latin typeface="Arial" charset="0"/>
              </a:defRPr>
            </a:lvl1pPr>
          </a:lstStyle>
          <a:p>
            <a:pPr defTabSz="844083" fontAlgn="base">
              <a:spcBef>
                <a:spcPct val="0"/>
              </a:spcBef>
              <a:spcAft>
                <a:spcPct val="0"/>
              </a:spcAft>
              <a:defRPr/>
            </a:pPr>
            <a:endParaRPr lang="tr-TR">
              <a:solidFill>
                <a:srgbClr val="FFFFFF">
                  <a:shade val="90000"/>
                </a:srgbClr>
              </a:solidFill>
            </a:endParaRPr>
          </a:p>
        </p:txBody>
      </p:sp>
      <p:sp>
        <p:nvSpPr>
          <p:cNvPr id="18" name="17 Slayt Numarası Yer Tutucusu"/>
          <p:cNvSpPr>
            <a:spLocks noGrp="1"/>
          </p:cNvSpPr>
          <p:nvPr>
            <p:ph type="sldNum" sz="quarter" idx="4"/>
          </p:nvPr>
        </p:nvSpPr>
        <p:spPr>
          <a:xfrm>
            <a:off x="7924800" y="6356351"/>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1108">
                <a:solidFill>
                  <a:srgbClr val="F3F3F3"/>
                </a:solidFill>
              </a:defRPr>
            </a:lvl1pPr>
          </a:lstStyle>
          <a:p>
            <a:pPr defTabSz="844083" fontAlgn="base">
              <a:spcBef>
                <a:spcPct val="0"/>
              </a:spcBef>
              <a:spcAft>
                <a:spcPct val="0"/>
              </a:spcAft>
              <a:defRPr/>
            </a:pPr>
            <a:fld id="{AD7C333B-E5F6-449A-B19D-E78FCF87CAF9}" type="slidenum">
              <a:rPr lang="tr-TR" altLang="tr-TR" smtClean="0">
                <a:latin typeface="Arial" panose="020B0604020202020204" pitchFamily="34" charset="0"/>
              </a:rPr>
              <a:pPr defTabSz="844083" fontAlgn="base">
                <a:spcBef>
                  <a:spcPct val="0"/>
                </a:spcBef>
                <a:spcAft>
                  <a:spcPct val="0"/>
                </a:spcAft>
                <a:defRPr/>
              </a:pPr>
              <a:t>‹#›</a:t>
            </a:fld>
            <a:endParaRPr lang="tr-TR" altLang="tr-TR">
              <a:latin typeface="Arial" panose="020B0604020202020204" pitchFamily="34" charset="0"/>
            </a:endParaRPr>
          </a:p>
        </p:txBody>
      </p:sp>
      <p:grpSp>
        <p:nvGrpSpPr>
          <p:cNvPr id="1033" name="1 Grup"/>
          <p:cNvGrpSpPr>
            <a:grpSpLocks/>
          </p:cNvGrpSpPr>
          <p:nvPr/>
        </p:nvGrpSpPr>
        <p:grpSpPr bwMode="auto">
          <a:xfrm>
            <a:off x="-19050" y="203200"/>
            <a:ext cx="9180635" cy="647700"/>
            <a:chOff x="-19045" y="216550"/>
            <a:chExt cx="9180548" cy="649224"/>
          </a:xfrm>
        </p:grpSpPr>
        <p:sp>
          <p:nvSpPr>
            <p:cNvPr id="12" name="11 Serbest Form"/>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marL="0" marR="0" lvl="0" indent="0" algn="l" defTabSz="844083" rtl="0" eaLnBrk="1" fontAlgn="base" latinLnBrk="0" hangingPunct="1">
                <a:lnSpc>
                  <a:spcPct val="100000"/>
                </a:lnSpc>
                <a:spcBef>
                  <a:spcPct val="0"/>
                </a:spcBef>
                <a:spcAft>
                  <a:spcPct val="0"/>
                </a:spcAft>
                <a:buClrTx/>
                <a:buSzTx/>
                <a:buFontTx/>
                <a:buNone/>
                <a:tabLst/>
                <a:defRPr/>
              </a:pPr>
              <a:endParaRPr kumimoji="0" lang="en-US" sz="1662" b="0" i="0" u="none" strike="noStrike" kern="1200" cap="none" spc="0" normalizeH="0" baseline="0" noProof="0">
                <a:ln>
                  <a:noFill/>
                </a:ln>
                <a:solidFill>
                  <a:srgbClr val="FFFFFF"/>
                </a:solidFill>
                <a:effectLst/>
                <a:uLnTx/>
                <a:uFillTx/>
                <a:latin typeface="Arial" charset="0"/>
                <a:ea typeface="+mn-ea"/>
                <a:cs typeface="+mn-cs"/>
              </a:endParaRPr>
            </a:p>
          </p:txBody>
        </p:sp>
        <p:sp>
          <p:nvSpPr>
            <p:cNvPr id="13" name="12 Serbest Form"/>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marL="0" marR="0" lvl="0" indent="0" algn="l" defTabSz="844083" rtl="0" eaLnBrk="1" fontAlgn="base" latinLnBrk="0" hangingPunct="1">
                <a:lnSpc>
                  <a:spcPct val="100000"/>
                </a:lnSpc>
                <a:spcBef>
                  <a:spcPct val="0"/>
                </a:spcBef>
                <a:spcAft>
                  <a:spcPct val="0"/>
                </a:spcAft>
                <a:buClrTx/>
                <a:buSzTx/>
                <a:buFontTx/>
                <a:buNone/>
                <a:tabLst/>
                <a:defRPr/>
              </a:pPr>
              <a:endParaRPr kumimoji="0" lang="en-US" sz="1662" b="0" i="0" u="none" strike="noStrike" kern="1200" cap="none" spc="0" normalizeH="0" baseline="0" noProof="0">
                <a:ln>
                  <a:noFill/>
                </a:ln>
                <a:solidFill>
                  <a:srgbClr val="FFFFFF"/>
                </a:solidFill>
                <a:effectLst/>
                <a:uLnTx/>
                <a:uFillTx/>
                <a:latin typeface="Arial" charset="0"/>
                <a:ea typeface="+mn-ea"/>
                <a:cs typeface="+mn-cs"/>
              </a:endParaRPr>
            </a:p>
          </p:txBody>
        </p:sp>
      </p:grpSp>
    </p:spTree>
    <p:extLst>
      <p:ext uri="{BB962C8B-B14F-4D97-AF65-F5344CB8AC3E}">
        <p14:creationId xmlns:p14="http://schemas.microsoft.com/office/powerpoint/2010/main" val="874770122"/>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rtl="0" eaLnBrk="0" fontAlgn="base" hangingPunct="0">
        <a:spcBef>
          <a:spcPct val="0"/>
        </a:spcBef>
        <a:spcAft>
          <a:spcPct val="0"/>
        </a:spcAft>
        <a:defRPr sz="4616" kern="1200">
          <a:solidFill>
            <a:schemeClr val="tx2"/>
          </a:solidFill>
          <a:latin typeface="+mj-lt"/>
          <a:ea typeface="+mj-ea"/>
          <a:cs typeface="+mj-cs"/>
        </a:defRPr>
      </a:lvl1pPr>
      <a:lvl2pPr algn="l" rtl="0" eaLnBrk="0" fontAlgn="base" hangingPunct="0">
        <a:spcBef>
          <a:spcPct val="0"/>
        </a:spcBef>
        <a:spcAft>
          <a:spcPct val="0"/>
        </a:spcAft>
        <a:defRPr sz="4616">
          <a:solidFill>
            <a:schemeClr val="tx2"/>
          </a:solidFill>
          <a:latin typeface="Calibri" pitchFamily="34" charset="0"/>
        </a:defRPr>
      </a:lvl2pPr>
      <a:lvl3pPr algn="l" rtl="0" eaLnBrk="0" fontAlgn="base" hangingPunct="0">
        <a:spcBef>
          <a:spcPct val="0"/>
        </a:spcBef>
        <a:spcAft>
          <a:spcPct val="0"/>
        </a:spcAft>
        <a:defRPr sz="4616">
          <a:solidFill>
            <a:schemeClr val="tx2"/>
          </a:solidFill>
          <a:latin typeface="Calibri" pitchFamily="34" charset="0"/>
        </a:defRPr>
      </a:lvl3pPr>
      <a:lvl4pPr algn="l" rtl="0" eaLnBrk="0" fontAlgn="base" hangingPunct="0">
        <a:spcBef>
          <a:spcPct val="0"/>
        </a:spcBef>
        <a:spcAft>
          <a:spcPct val="0"/>
        </a:spcAft>
        <a:defRPr sz="4616">
          <a:solidFill>
            <a:schemeClr val="tx2"/>
          </a:solidFill>
          <a:latin typeface="Calibri" pitchFamily="34" charset="0"/>
        </a:defRPr>
      </a:lvl4pPr>
      <a:lvl5pPr algn="l" rtl="0" eaLnBrk="0" fontAlgn="base" hangingPunct="0">
        <a:spcBef>
          <a:spcPct val="0"/>
        </a:spcBef>
        <a:spcAft>
          <a:spcPct val="0"/>
        </a:spcAft>
        <a:defRPr sz="4616">
          <a:solidFill>
            <a:schemeClr val="tx2"/>
          </a:solidFill>
          <a:latin typeface="Calibri" pitchFamily="34" charset="0"/>
        </a:defRPr>
      </a:lvl5pPr>
      <a:lvl6pPr marL="422041" algn="l" rtl="0" fontAlgn="base">
        <a:spcBef>
          <a:spcPct val="0"/>
        </a:spcBef>
        <a:spcAft>
          <a:spcPct val="0"/>
        </a:spcAft>
        <a:defRPr sz="4616">
          <a:solidFill>
            <a:schemeClr val="tx2"/>
          </a:solidFill>
          <a:latin typeface="Calibri" pitchFamily="34" charset="0"/>
        </a:defRPr>
      </a:lvl6pPr>
      <a:lvl7pPr marL="844083" algn="l" rtl="0" fontAlgn="base">
        <a:spcBef>
          <a:spcPct val="0"/>
        </a:spcBef>
        <a:spcAft>
          <a:spcPct val="0"/>
        </a:spcAft>
        <a:defRPr sz="4616">
          <a:solidFill>
            <a:schemeClr val="tx2"/>
          </a:solidFill>
          <a:latin typeface="Calibri" pitchFamily="34" charset="0"/>
        </a:defRPr>
      </a:lvl7pPr>
      <a:lvl8pPr marL="1266124" algn="l" rtl="0" fontAlgn="base">
        <a:spcBef>
          <a:spcPct val="0"/>
        </a:spcBef>
        <a:spcAft>
          <a:spcPct val="0"/>
        </a:spcAft>
        <a:defRPr sz="4616">
          <a:solidFill>
            <a:schemeClr val="tx2"/>
          </a:solidFill>
          <a:latin typeface="Calibri" pitchFamily="34" charset="0"/>
        </a:defRPr>
      </a:lvl8pPr>
      <a:lvl9pPr marL="1688165" algn="l" rtl="0" fontAlgn="base">
        <a:spcBef>
          <a:spcPct val="0"/>
        </a:spcBef>
        <a:spcAft>
          <a:spcPct val="0"/>
        </a:spcAft>
        <a:defRPr sz="4616">
          <a:solidFill>
            <a:schemeClr val="tx2"/>
          </a:solidFill>
          <a:latin typeface="Calibri" pitchFamily="34" charset="0"/>
        </a:defRPr>
      </a:lvl9pPr>
    </p:titleStyle>
    <p:bodyStyle>
      <a:lvl1pPr marL="252052" indent="-252052" algn="l" rtl="0" eaLnBrk="0" fontAlgn="base" hangingPunct="0">
        <a:spcBef>
          <a:spcPct val="20000"/>
        </a:spcBef>
        <a:spcAft>
          <a:spcPct val="0"/>
        </a:spcAft>
        <a:buClr>
          <a:srgbClr val="0BD0D9"/>
        </a:buClr>
        <a:buSzPct val="95000"/>
        <a:buFont typeface="Wingdings 2" panose="05020102010507070707" pitchFamily="18" charset="2"/>
        <a:buChar char=""/>
        <a:defRPr sz="2400" kern="1200">
          <a:solidFill>
            <a:schemeClr val="tx1"/>
          </a:solidFill>
          <a:latin typeface="+mn-lt"/>
          <a:ea typeface="+mn-ea"/>
          <a:cs typeface="+mn-cs"/>
        </a:defRPr>
      </a:lvl1pPr>
      <a:lvl2pPr marL="590565" indent="-227141" algn="l" rtl="0" eaLnBrk="0" fontAlgn="base" hangingPunct="0">
        <a:spcBef>
          <a:spcPct val="20000"/>
        </a:spcBef>
        <a:spcAft>
          <a:spcPct val="0"/>
        </a:spcAft>
        <a:buClr>
          <a:schemeClr val="accent1"/>
        </a:buClr>
        <a:buSzPct val="85000"/>
        <a:buFont typeface="Wingdings 2" panose="05020102010507070707" pitchFamily="18" charset="2"/>
        <a:buChar char=""/>
        <a:defRPr sz="2215" kern="1200">
          <a:solidFill>
            <a:schemeClr val="tx1"/>
          </a:solidFill>
          <a:latin typeface="+mn-lt"/>
          <a:ea typeface="+mn-ea"/>
          <a:cs typeface="+mn-cs"/>
        </a:defRPr>
      </a:lvl2pPr>
      <a:lvl3pPr marL="844083" indent="-227141" algn="l" rtl="0" eaLnBrk="0" fontAlgn="base" hangingPunct="0">
        <a:spcBef>
          <a:spcPct val="20000"/>
        </a:spcBef>
        <a:spcAft>
          <a:spcPct val="0"/>
        </a:spcAft>
        <a:buClr>
          <a:schemeClr val="accent2"/>
        </a:buClr>
        <a:buSzPct val="70000"/>
        <a:buFont typeface="Wingdings 2" panose="05020102010507070707" pitchFamily="18" charset="2"/>
        <a:buChar char=""/>
        <a:defRPr sz="1939" kern="1200">
          <a:solidFill>
            <a:schemeClr val="tx1"/>
          </a:solidFill>
          <a:latin typeface="+mn-lt"/>
          <a:ea typeface="+mn-ea"/>
          <a:cs typeface="+mn-cs"/>
        </a:defRPr>
      </a:lvl3pPr>
      <a:lvl4pPr marL="1096135" indent="-193436" algn="l" rtl="0" eaLnBrk="0" fontAlgn="base" hangingPunct="0">
        <a:spcBef>
          <a:spcPct val="20000"/>
        </a:spcBef>
        <a:spcAft>
          <a:spcPct val="0"/>
        </a:spcAft>
        <a:buClr>
          <a:srgbClr val="0BD0D9"/>
        </a:buClr>
        <a:buSzPct val="65000"/>
        <a:buFont typeface="Wingdings 2" panose="05020102010507070707" pitchFamily="18" charset="2"/>
        <a:buChar char=""/>
        <a:defRPr sz="1846" kern="1200">
          <a:solidFill>
            <a:schemeClr val="tx1"/>
          </a:solidFill>
          <a:latin typeface="+mn-lt"/>
          <a:ea typeface="+mn-ea"/>
          <a:cs typeface="+mn-cs"/>
        </a:defRPr>
      </a:lvl4pPr>
      <a:lvl5pPr marL="1349653" indent="-193436" algn="l" rtl="0" eaLnBrk="0" fontAlgn="base" hangingPunct="0">
        <a:spcBef>
          <a:spcPct val="20000"/>
        </a:spcBef>
        <a:spcAft>
          <a:spcPct val="0"/>
        </a:spcAft>
        <a:buClr>
          <a:srgbClr val="10CF9B"/>
        </a:buClr>
        <a:buSzPct val="65000"/>
        <a:buFont typeface="Wingdings 2" panose="05020102010507070707" pitchFamily="18" charset="2"/>
        <a:buChar char=""/>
        <a:defRPr sz="1846" kern="1200">
          <a:solidFill>
            <a:schemeClr val="tx1"/>
          </a:solidFill>
          <a:latin typeface="+mn-lt"/>
          <a:ea typeface="+mn-ea"/>
          <a:cs typeface="+mn-cs"/>
        </a:defRPr>
      </a:lvl5pPr>
      <a:lvl6pPr marL="1603757" indent="-194139" algn="l" rtl="0" eaLnBrk="1" latinLnBrk="0" hangingPunct="1">
        <a:spcBef>
          <a:spcPct val="20000"/>
        </a:spcBef>
        <a:buClr>
          <a:schemeClr val="accent5"/>
        </a:buClr>
        <a:buSzPct val="80000"/>
        <a:buFont typeface="Wingdings 2"/>
        <a:buChar char=""/>
        <a:defRPr kumimoji="0" sz="1662" kern="1200">
          <a:solidFill>
            <a:schemeClr val="tx1"/>
          </a:solidFill>
          <a:latin typeface="+mn-lt"/>
          <a:ea typeface="+mn-ea"/>
          <a:cs typeface="+mn-cs"/>
        </a:defRPr>
      </a:lvl6pPr>
      <a:lvl7pPr marL="1772574" indent="-168817" algn="l" rtl="0" eaLnBrk="1" latinLnBrk="0" hangingPunct="1">
        <a:spcBef>
          <a:spcPct val="20000"/>
        </a:spcBef>
        <a:buClr>
          <a:schemeClr val="accent6"/>
        </a:buClr>
        <a:buSzPct val="80000"/>
        <a:buFont typeface="Wingdings 2"/>
        <a:buChar char=""/>
        <a:defRPr kumimoji="0" sz="1477" kern="1200" baseline="0">
          <a:solidFill>
            <a:schemeClr val="tx1"/>
          </a:solidFill>
          <a:latin typeface="+mn-lt"/>
          <a:ea typeface="+mn-ea"/>
          <a:cs typeface="+mn-cs"/>
        </a:defRPr>
      </a:lvl7pPr>
      <a:lvl8pPr marL="2025798" indent="-168817" algn="l" rtl="0" eaLnBrk="1" latinLnBrk="0" hangingPunct="1">
        <a:spcBef>
          <a:spcPct val="20000"/>
        </a:spcBef>
        <a:buClr>
          <a:schemeClr val="tx2"/>
        </a:buClr>
        <a:buChar char="•"/>
        <a:defRPr kumimoji="0" sz="1477" kern="1200">
          <a:solidFill>
            <a:schemeClr val="tx1"/>
          </a:solidFill>
          <a:latin typeface="+mn-lt"/>
          <a:ea typeface="+mn-ea"/>
          <a:cs typeface="+mn-cs"/>
        </a:defRPr>
      </a:lvl8pPr>
      <a:lvl9pPr marL="2279023" indent="-168817" algn="l" rtl="0" eaLnBrk="1" latinLnBrk="0" hangingPunct="1">
        <a:spcBef>
          <a:spcPct val="20000"/>
        </a:spcBef>
        <a:buClr>
          <a:schemeClr val="tx2"/>
        </a:buClr>
        <a:buFontTx/>
        <a:buChar char="•"/>
        <a:defRPr kumimoji="0" sz="1292"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22041" algn="l" rtl="0" eaLnBrk="1" latinLnBrk="0" hangingPunct="1">
        <a:defRPr kumimoji="0" kern="1200">
          <a:solidFill>
            <a:schemeClr val="tx1"/>
          </a:solidFill>
          <a:latin typeface="+mn-lt"/>
          <a:ea typeface="+mn-ea"/>
          <a:cs typeface="+mn-cs"/>
        </a:defRPr>
      </a:lvl2pPr>
      <a:lvl3pPr marL="844083" algn="l" rtl="0" eaLnBrk="1" latinLnBrk="0" hangingPunct="1">
        <a:defRPr kumimoji="0" kern="1200">
          <a:solidFill>
            <a:schemeClr val="tx1"/>
          </a:solidFill>
          <a:latin typeface="+mn-lt"/>
          <a:ea typeface="+mn-ea"/>
          <a:cs typeface="+mn-cs"/>
        </a:defRPr>
      </a:lvl3pPr>
      <a:lvl4pPr marL="1266124" algn="l" rtl="0" eaLnBrk="1" latinLnBrk="0" hangingPunct="1">
        <a:defRPr kumimoji="0" kern="1200">
          <a:solidFill>
            <a:schemeClr val="tx1"/>
          </a:solidFill>
          <a:latin typeface="+mn-lt"/>
          <a:ea typeface="+mn-ea"/>
          <a:cs typeface="+mn-cs"/>
        </a:defRPr>
      </a:lvl4pPr>
      <a:lvl5pPr marL="1688165" algn="l" rtl="0" eaLnBrk="1" latinLnBrk="0" hangingPunct="1">
        <a:defRPr kumimoji="0" kern="1200">
          <a:solidFill>
            <a:schemeClr val="tx1"/>
          </a:solidFill>
          <a:latin typeface="+mn-lt"/>
          <a:ea typeface="+mn-ea"/>
          <a:cs typeface="+mn-cs"/>
        </a:defRPr>
      </a:lvl5pPr>
      <a:lvl6pPr marL="2110207" algn="l" rtl="0" eaLnBrk="1" latinLnBrk="0" hangingPunct="1">
        <a:defRPr kumimoji="0" kern="1200">
          <a:solidFill>
            <a:schemeClr val="tx1"/>
          </a:solidFill>
          <a:latin typeface="+mn-lt"/>
          <a:ea typeface="+mn-ea"/>
          <a:cs typeface="+mn-cs"/>
        </a:defRPr>
      </a:lvl6pPr>
      <a:lvl7pPr marL="2532248" algn="l" rtl="0" eaLnBrk="1" latinLnBrk="0" hangingPunct="1">
        <a:defRPr kumimoji="0" kern="1200">
          <a:solidFill>
            <a:schemeClr val="tx1"/>
          </a:solidFill>
          <a:latin typeface="+mn-lt"/>
          <a:ea typeface="+mn-ea"/>
          <a:cs typeface="+mn-cs"/>
        </a:defRPr>
      </a:lvl7pPr>
      <a:lvl8pPr marL="2954289" algn="l" rtl="0" eaLnBrk="1" latinLnBrk="0" hangingPunct="1">
        <a:defRPr kumimoji="0" kern="1200">
          <a:solidFill>
            <a:schemeClr val="tx1"/>
          </a:solidFill>
          <a:latin typeface="+mn-lt"/>
          <a:ea typeface="+mn-ea"/>
          <a:cs typeface="+mn-cs"/>
        </a:defRPr>
      </a:lvl8pPr>
      <a:lvl9pPr marL="3376331"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tile tx="0" ty="0" sx="100000" sy="100000" flip="none" algn="tl"/>
        </a:blipFill>
        <a:effectLst/>
      </p:bgPr>
    </p:bg>
    <p:spTree>
      <p:nvGrpSpPr>
        <p:cNvPr id="1" name=""/>
        <p:cNvGrpSpPr/>
        <p:nvPr/>
      </p:nvGrpSpPr>
      <p:grpSpPr>
        <a:xfrm>
          <a:off x="0" y="0"/>
          <a:ext cx="0" cy="0"/>
          <a:chOff x="0" y="0"/>
          <a:chExt cx="0" cy="0"/>
        </a:xfrm>
      </p:grpSpPr>
      <p:sp>
        <p:nvSpPr>
          <p:cNvPr id="3" name="Yuvarlatılmış Dikdörtgen 2"/>
          <p:cNvSpPr/>
          <p:nvPr/>
        </p:nvSpPr>
        <p:spPr>
          <a:xfrm>
            <a:off x="1043608" y="1881554"/>
            <a:ext cx="7244973" cy="3277209"/>
          </a:xfrm>
          <a:prstGeom prst="roundRect">
            <a:avLst/>
          </a:prstGeom>
          <a:ln w="76200">
            <a:solidFill>
              <a:srgbClr val="FF0066"/>
            </a:solidFill>
          </a:ln>
          <a:scene3d>
            <a:camera prst="orthographicFront"/>
            <a:lightRig rig="threePt" dir="t"/>
          </a:scene3d>
          <a:sp3d>
            <a:bevelT prst="angle"/>
          </a:sp3d>
        </p:spPr>
        <p:style>
          <a:lnRef idx="2">
            <a:schemeClr val="dk1"/>
          </a:lnRef>
          <a:fillRef idx="1">
            <a:schemeClr val="lt1"/>
          </a:fillRef>
          <a:effectRef idx="0">
            <a:schemeClr val="dk1"/>
          </a:effectRef>
          <a:fontRef idx="minor">
            <a:schemeClr val="dk1"/>
          </a:fontRef>
        </p:style>
        <p:txBody>
          <a:bodyPr wrap="square">
            <a:spAutoFit/>
          </a:bodyPr>
          <a:lstStyle/>
          <a:p>
            <a:pPr marL="498243" algn="ctr" defTabSz="844083">
              <a:defRPr/>
            </a:pPr>
            <a:r>
              <a:rPr lang="tr-TR" sz="4062" b="1" dirty="0" smtClean="0">
                <a:solidFill>
                  <a:srgbClr val="C0504D">
                    <a:lumMod val="75000"/>
                  </a:srgbClr>
                </a:solidFill>
                <a:latin typeface="Nyala" pitchFamily="2" charset="0"/>
              </a:rPr>
              <a:t>SINIF DIŞI ÖĞRETİM</a:t>
            </a:r>
            <a:r>
              <a:rPr lang="tr-TR" sz="4062" b="1" dirty="0" smtClean="0">
                <a:solidFill>
                  <a:srgbClr val="C0504D">
                    <a:lumMod val="75000"/>
                  </a:srgbClr>
                </a:solidFill>
                <a:latin typeface="Nyala" pitchFamily="2" charset="0"/>
              </a:rPr>
              <a:t> </a:t>
            </a:r>
            <a:r>
              <a:rPr lang="tr-TR" sz="4062" b="1" dirty="0">
                <a:solidFill>
                  <a:srgbClr val="C0504D">
                    <a:lumMod val="75000"/>
                  </a:srgbClr>
                </a:solidFill>
                <a:latin typeface="Nyala" pitchFamily="2" charset="0"/>
              </a:rPr>
              <a:t>TEKNİKLERİ</a:t>
            </a:r>
          </a:p>
          <a:p>
            <a:pPr marL="498243" algn="ctr" defTabSz="844083">
              <a:defRPr/>
            </a:pPr>
            <a:r>
              <a:rPr lang="tr-TR" sz="4062" b="1" dirty="0" smtClean="0">
                <a:solidFill>
                  <a:srgbClr val="C0504D">
                    <a:lumMod val="75000"/>
                  </a:srgbClr>
                </a:solidFill>
                <a:latin typeface="Nyala" pitchFamily="2" charset="0"/>
              </a:rPr>
              <a:t> </a:t>
            </a:r>
            <a:endParaRPr lang="tr-TR" sz="4062" b="1" dirty="0">
              <a:solidFill>
                <a:srgbClr val="C0504D">
                  <a:lumMod val="75000"/>
                </a:srgbClr>
              </a:solidFill>
              <a:latin typeface="Nyala" pitchFamily="2" charset="0"/>
            </a:endParaRPr>
          </a:p>
          <a:p>
            <a:pPr marL="498243" algn="ctr" defTabSz="844083">
              <a:defRPr/>
            </a:pPr>
            <a:endParaRPr lang="tr-TR" sz="4062" b="1" dirty="0">
              <a:ln>
                <a:solidFill>
                  <a:srgbClr val="0000FF"/>
                </a:solidFill>
              </a:ln>
              <a:solidFill>
                <a:srgbClr val="C0504D">
                  <a:lumMod val="75000"/>
                </a:srgbClr>
              </a:solidFill>
              <a:latin typeface="Nyala" pitchFamily="2" charset="0"/>
            </a:endParaRPr>
          </a:p>
          <a:p>
            <a:pPr marL="498243" algn="ctr" defTabSz="844083">
              <a:defRPr/>
            </a:pPr>
            <a:r>
              <a:rPr lang="tr-TR" sz="2400" b="1" dirty="0">
                <a:ln>
                  <a:solidFill>
                    <a:srgbClr val="0000FF"/>
                  </a:solidFill>
                </a:ln>
                <a:solidFill>
                  <a:srgbClr val="C0504D">
                    <a:lumMod val="75000"/>
                  </a:srgbClr>
                </a:solidFill>
                <a:latin typeface="Nyala" pitchFamily="2" charset="0"/>
              </a:rPr>
              <a:t>Doç. Dr. Cevat EKER</a:t>
            </a:r>
          </a:p>
        </p:txBody>
      </p:sp>
    </p:spTree>
    <p:extLst>
      <p:ext uri="{BB962C8B-B14F-4D97-AF65-F5344CB8AC3E}">
        <p14:creationId xmlns:p14="http://schemas.microsoft.com/office/powerpoint/2010/main" val="3237674154"/>
      </p:ext>
    </p:extLst>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path" presetSubtype="0" accel="50000" decel="50000" fill="hold" nodeType="clickEffect">
                                  <p:stCondLst>
                                    <p:cond delay="0"/>
                                  </p:stCondLst>
                                  <p:childTnLst>
                                    <p:animMotion origin="layout" path="M 0 0  C 0.069 0  0.125 0.0746  0.125 0.16651  C 0.125 0.25843  0.069 0.33302  0 0.33302  C -0.069 0.33302  -0.125 0.25843  -0.125 0.16651  C -0.125 0.0746  -0.069 0  0 0  Z" pathEditMode="relative" ptsTypes="">
                                      <p:cBhvr>
                                        <p:cTn id="6" dur="2000" fill="hold"/>
                                        <p:tgtEl>
                                          <p:spTgt spid="3">
                                            <p:txEl>
                                              <p:pRg st="3" end="3"/>
                                            </p:txEl>
                                          </p:spTgt>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path" presetSubtype="0" accel="50000" decel="50000" fill="hold" nodeType="clickEffect">
                                  <p:stCondLst>
                                    <p:cond delay="0"/>
                                  </p:stCondLst>
                                  <p:childTnLst>
                                    <p:animMotion origin="layout" path="M 0 0  C 0.069 0  0.125 0.0746  0.125 0.16651  C 0.125 0.25843  0.069 0.33302  0 0.33302  C -0.069 0.33302  -0.125 0.25843  -0.125 0.16651  C -0.125 0.0746  -0.069 0  0 0  Z" pathEditMode="relative" ptsTypes="">
                                      <p:cBhvr>
                                        <p:cTn id="10" dur="2000" fill="hold"/>
                                        <p:tgtEl>
                                          <p:spTgt spid="3">
                                            <p:txEl>
                                              <p:pRg st="0" end="0"/>
                                            </p:txEl>
                                          </p:spTgt>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 presetClass="path" presetSubtype="0" accel="50000" decel="50000" fill="hold" nodeType="clickEffect">
                                  <p:stCondLst>
                                    <p:cond delay="0"/>
                                  </p:stCondLst>
                                  <p:childTnLst>
                                    <p:animMotion origin="layout" path="M 0 0  C 0.069 0  0.125 0.0746  0.125 0.16651  C 0.125 0.25843  0.069 0.33302  0 0.33302  C -0.069 0.33302  -0.125 0.25843  -0.125 0.16651  C -0.125 0.0746  -0.069 0  0 0  Z" pathEditMode="relative" ptsTypes="">
                                      <p:cBhvr>
                                        <p:cTn id="14" dur="2000" fill="hold"/>
                                        <p:tgtEl>
                                          <p:spTgt spid="3">
                                            <p:txEl>
                                              <p:pRg st="1" end="1"/>
                                            </p:txEl>
                                          </p:spTgt>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12 Dikdörtgen"/>
          <p:cNvSpPr>
            <a:spLocks noChangeArrowheads="1"/>
          </p:cNvSpPr>
          <p:nvPr/>
        </p:nvSpPr>
        <p:spPr bwMode="auto">
          <a:xfrm>
            <a:off x="3929958" y="3325416"/>
            <a:ext cx="184731" cy="248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514363" fontAlgn="base">
              <a:spcBef>
                <a:spcPct val="0"/>
              </a:spcBef>
              <a:spcAft>
                <a:spcPct val="0"/>
              </a:spcAft>
            </a:pPr>
            <a:endParaRPr lang="tr-TR" altLang="tr-TR" sz="1013">
              <a:solidFill>
                <a:srgbClr val="FFFFFF"/>
              </a:solidFill>
            </a:endParaRPr>
          </a:p>
        </p:txBody>
      </p:sp>
      <p:sp>
        <p:nvSpPr>
          <p:cNvPr id="8195" name="Unvan 1"/>
          <p:cNvSpPr txBox="1">
            <a:spLocks/>
          </p:cNvSpPr>
          <p:nvPr/>
        </p:nvSpPr>
        <p:spPr bwMode="auto">
          <a:xfrm>
            <a:off x="2483766" y="517713"/>
            <a:ext cx="4243247" cy="492852"/>
          </a:xfrm>
          <a:prstGeom prst="rect">
            <a:avLst/>
          </a:prstGeom>
          <a:noFill/>
          <a:ln w="412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514363" fontAlgn="base">
              <a:lnSpc>
                <a:spcPct val="90000"/>
              </a:lnSpc>
              <a:spcBef>
                <a:spcPct val="0"/>
              </a:spcBef>
              <a:spcAft>
                <a:spcPct val="0"/>
              </a:spcAft>
            </a:pPr>
            <a:r>
              <a:rPr lang="tr-TR" altLang="tr-TR" sz="2800" b="1" dirty="0" smtClean="0">
                <a:solidFill>
                  <a:srgbClr val="002060"/>
                </a:solidFill>
                <a:latin typeface="Times New Roman" panose="02020603050405020304" pitchFamily="18" charset="0"/>
                <a:cs typeface="Times New Roman" panose="02020603050405020304" pitchFamily="18" charset="0"/>
              </a:rPr>
              <a:t>KONULAR</a:t>
            </a:r>
            <a:endParaRPr lang="tr-TR" altLang="tr-TR" sz="2800" dirty="0">
              <a:solidFill>
                <a:srgbClr val="002060"/>
              </a:solidFill>
              <a:latin typeface="Times New Roman" panose="02020603050405020304" pitchFamily="18" charset="0"/>
              <a:cs typeface="Times New Roman" panose="02020603050405020304" pitchFamily="18" charset="0"/>
            </a:endParaRPr>
          </a:p>
        </p:txBody>
      </p:sp>
      <p:sp>
        <p:nvSpPr>
          <p:cNvPr id="5" name="Unvan 1"/>
          <p:cNvSpPr txBox="1">
            <a:spLocks/>
          </p:cNvSpPr>
          <p:nvPr/>
        </p:nvSpPr>
        <p:spPr bwMode="auto">
          <a:xfrm>
            <a:off x="1206358" y="1340768"/>
            <a:ext cx="6798065" cy="5040560"/>
          </a:xfrm>
          <a:prstGeom prst="rect">
            <a:avLst/>
          </a:prstGeom>
          <a:noFill/>
          <a:ln w="412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defTabSz="514363" fontAlgn="base">
              <a:lnSpc>
                <a:spcPct val="90000"/>
              </a:lnSpc>
              <a:spcBef>
                <a:spcPct val="0"/>
              </a:spcBef>
              <a:spcAft>
                <a:spcPct val="0"/>
              </a:spcAft>
              <a:buAutoNum type="alphaUcPeriod"/>
            </a:pPr>
            <a:endParaRPr lang="tr-TR" altLang="tr-TR" sz="2400" b="1" dirty="0" smtClean="0">
              <a:solidFill>
                <a:srgbClr val="000000"/>
              </a:solidFill>
              <a:latin typeface="Times New Roman" panose="02020603050405020304" pitchFamily="18" charset="0"/>
              <a:cs typeface="Times New Roman" panose="02020603050405020304" pitchFamily="18" charset="0"/>
            </a:endParaRPr>
          </a:p>
          <a:p>
            <a:pPr defTabSz="514363" fontAlgn="base">
              <a:lnSpc>
                <a:spcPct val="90000"/>
              </a:lnSpc>
              <a:spcBef>
                <a:spcPct val="0"/>
              </a:spcBef>
              <a:spcAft>
                <a:spcPct val="0"/>
              </a:spcAft>
            </a:pPr>
            <a:r>
              <a:rPr lang="tr-TR" altLang="tr-TR" sz="2400" b="1" dirty="0" smtClean="0">
                <a:solidFill>
                  <a:srgbClr val="000000"/>
                </a:solidFill>
                <a:latin typeface="Times New Roman" panose="02020603050405020304" pitchFamily="18" charset="0"/>
                <a:cs typeface="Times New Roman" panose="02020603050405020304" pitchFamily="18" charset="0"/>
              </a:rPr>
              <a:t>B. Sınıf Dışı</a:t>
            </a:r>
            <a:r>
              <a:rPr lang="tr-TR" altLang="tr-TR" sz="2400" b="1" dirty="0" smtClean="0">
                <a:solidFill>
                  <a:srgbClr val="000000"/>
                </a:solidFill>
                <a:latin typeface="Times New Roman" panose="02020603050405020304" pitchFamily="18" charset="0"/>
                <a:cs typeface="Times New Roman" panose="02020603050405020304" pitchFamily="18" charset="0"/>
              </a:rPr>
              <a:t> Öğretim Teknikleri</a:t>
            </a:r>
          </a:p>
          <a:p>
            <a:pPr defTabSz="514363" fontAlgn="base">
              <a:lnSpc>
                <a:spcPct val="90000"/>
              </a:lnSpc>
              <a:spcBef>
                <a:spcPct val="0"/>
              </a:spcBef>
              <a:spcAft>
                <a:spcPct val="0"/>
              </a:spcAft>
            </a:pPr>
            <a:endParaRPr lang="tr-TR" altLang="tr-TR" sz="2400" dirty="0" smtClean="0">
              <a:solidFill>
                <a:srgbClr val="000000"/>
              </a:solidFill>
              <a:latin typeface="Times New Roman" panose="02020603050405020304" pitchFamily="18" charset="0"/>
              <a:cs typeface="Times New Roman" panose="02020603050405020304" pitchFamily="18" charset="0"/>
            </a:endParaRPr>
          </a:p>
          <a:p>
            <a:pPr marL="257175" lvl="0" indent="-257175" defTabSz="685800" fontAlgn="base">
              <a:spcAft>
                <a:spcPct val="0"/>
              </a:spcAft>
              <a:buClr>
                <a:srgbClr val="3333CC"/>
              </a:buClr>
              <a:buSzPct val="60000"/>
              <a:buFont typeface="Wingdings" panose="05000000000000000000" pitchFamily="2" charset="2"/>
              <a:buChar char="n"/>
            </a:pPr>
            <a:r>
              <a:rPr lang="tr-TR" altLang="tr-TR" sz="2400" dirty="0" smtClean="0">
                <a:solidFill>
                  <a:srgbClr val="000000"/>
                </a:solidFill>
                <a:latin typeface="Times New Roman" panose="02020603050405020304" pitchFamily="18" charset="0"/>
                <a:cs typeface="Times New Roman" panose="02020603050405020304" pitchFamily="18" charset="0"/>
              </a:rPr>
              <a:t>Sınıf dışı öğretim teknikleri nedir?</a:t>
            </a:r>
          </a:p>
          <a:p>
            <a:pPr marL="257175" lvl="0" indent="-257175" defTabSz="685800" fontAlgn="base">
              <a:spcAft>
                <a:spcPct val="0"/>
              </a:spcAft>
              <a:buClr>
                <a:srgbClr val="3333CC"/>
              </a:buClr>
              <a:buSzPct val="60000"/>
              <a:buFont typeface="Wingdings" panose="05000000000000000000" pitchFamily="2" charset="2"/>
              <a:buChar char="n"/>
            </a:pPr>
            <a:r>
              <a:rPr lang="tr-TR" altLang="tr-TR" sz="2400" dirty="0" smtClean="0">
                <a:solidFill>
                  <a:srgbClr val="000000"/>
                </a:solidFill>
                <a:latin typeface="Times New Roman" panose="02020603050405020304" pitchFamily="18" charset="0"/>
                <a:cs typeface="Times New Roman" panose="02020603050405020304" pitchFamily="18" charset="0"/>
              </a:rPr>
              <a:t> </a:t>
            </a:r>
            <a:r>
              <a:rPr lang="tr-TR" altLang="tr-TR" sz="2400" dirty="0">
                <a:solidFill>
                  <a:srgbClr val="000000"/>
                </a:solidFill>
                <a:latin typeface="Times New Roman" panose="02020603050405020304" pitchFamily="18" charset="0"/>
                <a:cs typeface="Times New Roman" panose="02020603050405020304" pitchFamily="18" charset="0"/>
              </a:rPr>
              <a:t>Sınıf dışı öğretim </a:t>
            </a:r>
            <a:r>
              <a:rPr lang="tr-TR" altLang="tr-TR" sz="2400" dirty="0" smtClean="0">
                <a:solidFill>
                  <a:srgbClr val="000000"/>
                </a:solidFill>
                <a:latin typeface="Times New Roman" panose="02020603050405020304" pitchFamily="18" charset="0"/>
                <a:cs typeface="Times New Roman" panose="02020603050405020304" pitchFamily="18" charset="0"/>
              </a:rPr>
              <a:t>tekniklerinin genel özellikleri</a:t>
            </a:r>
            <a:endParaRPr lang="tr-TR" altLang="tr-TR" sz="2400" dirty="0">
              <a:solidFill>
                <a:srgbClr val="000000"/>
              </a:solidFill>
              <a:latin typeface="Times New Roman" panose="02020603050405020304" pitchFamily="18" charset="0"/>
              <a:cs typeface="Times New Roman" panose="02020603050405020304" pitchFamily="18" charset="0"/>
            </a:endParaRPr>
          </a:p>
          <a:p>
            <a:pPr marL="257175" lvl="0" indent="-257175" defTabSz="685800" fontAlgn="base">
              <a:spcAft>
                <a:spcPct val="0"/>
              </a:spcAft>
              <a:buClr>
                <a:srgbClr val="3333CC"/>
              </a:buClr>
              <a:buSzPct val="60000"/>
              <a:buFont typeface="Wingdings" panose="05000000000000000000" pitchFamily="2" charset="2"/>
              <a:buChar char="n"/>
            </a:pPr>
            <a:r>
              <a:rPr lang="tr-TR" sz="24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Sınıf </a:t>
            </a:r>
            <a:r>
              <a:rPr lang="tr-TR"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dışı öğretim </a:t>
            </a:r>
            <a:r>
              <a:rPr lang="tr-TR" sz="24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teknikleri</a:t>
            </a:r>
          </a:p>
          <a:p>
            <a:pPr marL="257175" lvl="0" indent="-257175" defTabSz="685800" fontAlgn="base">
              <a:spcAft>
                <a:spcPct val="0"/>
              </a:spcAft>
              <a:buClr>
                <a:srgbClr val="3333CC"/>
              </a:buClr>
              <a:buSzPct val="60000"/>
              <a:buFont typeface="Wingdings" panose="05000000000000000000" pitchFamily="2" charset="2"/>
              <a:buChar char="n"/>
            </a:pPr>
            <a:endParaRPr lang="tr-TR"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557213" lvl="1" indent="-214313" defTabSz="685800" fontAlgn="base">
              <a:spcAft>
                <a:spcPct val="0"/>
              </a:spcAft>
              <a:buClr>
                <a:srgbClr val="FF0000"/>
              </a:buClr>
              <a:buSzPct val="55000"/>
              <a:buFont typeface="Wingdings" panose="05000000000000000000" pitchFamily="2" charset="2"/>
              <a:buChar char="n"/>
            </a:pPr>
            <a:r>
              <a:rPr lang="tr-TR" altLang="tr-TR" dirty="0" smtClean="0">
                <a:solidFill>
                  <a:srgbClr val="000000"/>
                </a:solidFill>
                <a:latin typeface="Times New Roman" panose="02020603050405020304" pitchFamily="18" charset="0"/>
                <a:cs typeface="Times New Roman" panose="02020603050405020304" pitchFamily="18" charset="0"/>
              </a:rPr>
              <a:t>Gezi</a:t>
            </a:r>
          </a:p>
          <a:p>
            <a:pPr marL="557213" lvl="1" indent="-214313" defTabSz="685800" fontAlgn="base">
              <a:spcAft>
                <a:spcPct val="0"/>
              </a:spcAft>
              <a:buClr>
                <a:srgbClr val="FF0000"/>
              </a:buClr>
              <a:buSzPct val="55000"/>
              <a:buFont typeface="Wingdings" panose="05000000000000000000" pitchFamily="2" charset="2"/>
              <a:buChar char="n"/>
            </a:pPr>
            <a:r>
              <a:rPr lang="tr-TR" altLang="tr-TR" dirty="0" smtClean="0">
                <a:solidFill>
                  <a:srgbClr val="000000"/>
                </a:solidFill>
                <a:latin typeface="Times New Roman" panose="02020603050405020304" pitchFamily="18" charset="0"/>
                <a:cs typeface="Times New Roman" panose="02020603050405020304" pitchFamily="18" charset="0"/>
              </a:rPr>
              <a:t>Gözlem</a:t>
            </a:r>
          </a:p>
          <a:p>
            <a:pPr marL="557213" lvl="1" indent="-214313" defTabSz="685800" fontAlgn="base">
              <a:spcAft>
                <a:spcPct val="0"/>
              </a:spcAft>
              <a:buClr>
                <a:srgbClr val="FF0000"/>
              </a:buClr>
              <a:buSzPct val="55000"/>
              <a:buFont typeface="Wingdings" panose="05000000000000000000" pitchFamily="2" charset="2"/>
              <a:buChar char="n"/>
            </a:pPr>
            <a:r>
              <a:rPr lang="tr-TR" altLang="tr-TR" dirty="0" smtClean="0">
                <a:solidFill>
                  <a:srgbClr val="000000"/>
                </a:solidFill>
                <a:latin typeface="Times New Roman" panose="02020603050405020304" pitchFamily="18" charset="0"/>
                <a:cs typeface="Times New Roman" panose="02020603050405020304" pitchFamily="18" charset="0"/>
              </a:rPr>
              <a:t>Deneyler</a:t>
            </a:r>
          </a:p>
          <a:p>
            <a:pPr marL="557213" lvl="1" indent="-214313" defTabSz="685800" fontAlgn="base">
              <a:spcAft>
                <a:spcPct val="0"/>
              </a:spcAft>
              <a:buClr>
                <a:srgbClr val="FF0000"/>
              </a:buClr>
              <a:buSzPct val="55000"/>
              <a:buFont typeface="Wingdings" panose="05000000000000000000" pitchFamily="2" charset="2"/>
              <a:buChar char="n"/>
            </a:pPr>
            <a:r>
              <a:rPr lang="tr-TR" altLang="tr-TR" dirty="0" smtClean="0">
                <a:solidFill>
                  <a:srgbClr val="000000"/>
                </a:solidFill>
                <a:latin typeface="Times New Roman" panose="02020603050405020304" pitchFamily="18" charset="0"/>
                <a:cs typeface="Times New Roman" panose="02020603050405020304" pitchFamily="18" charset="0"/>
              </a:rPr>
              <a:t>Görüşme</a:t>
            </a:r>
          </a:p>
          <a:p>
            <a:pPr marL="557213" lvl="1" indent="-214313" defTabSz="685800" fontAlgn="base">
              <a:spcAft>
                <a:spcPct val="0"/>
              </a:spcAft>
              <a:buClr>
                <a:srgbClr val="FF0000"/>
              </a:buClr>
              <a:buSzPct val="55000"/>
              <a:buFont typeface="Wingdings" panose="05000000000000000000" pitchFamily="2" charset="2"/>
              <a:buChar char="n"/>
            </a:pPr>
            <a:r>
              <a:rPr lang="tr-TR" altLang="tr-TR" dirty="0" smtClean="0">
                <a:solidFill>
                  <a:srgbClr val="000000"/>
                </a:solidFill>
                <a:latin typeface="Times New Roman" panose="02020603050405020304" pitchFamily="18" charset="0"/>
                <a:cs typeface="Times New Roman" panose="02020603050405020304" pitchFamily="18" charset="0"/>
              </a:rPr>
              <a:t>Sergi</a:t>
            </a:r>
          </a:p>
          <a:p>
            <a:pPr marL="557213" lvl="1" indent="-214313" defTabSz="685800" fontAlgn="base">
              <a:spcAft>
                <a:spcPct val="0"/>
              </a:spcAft>
              <a:buClr>
                <a:srgbClr val="FF0000"/>
              </a:buClr>
              <a:buSzPct val="55000"/>
              <a:buFont typeface="Wingdings" panose="05000000000000000000" pitchFamily="2" charset="2"/>
              <a:buChar char="n"/>
            </a:pPr>
            <a:r>
              <a:rPr lang="tr-TR" altLang="tr-TR" dirty="0" smtClean="0">
                <a:solidFill>
                  <a:srgbClr val="000000"/>
                </a:solidFill>
                <a:latin typeface="Times New Roman" panose="02020603050405020304" pitchFamily="18" charset="0"/>
                <a:cs typeface="Times New Roman" panose="02020603050405020304" pitchFamily="18" charset="0"/>
              </a:rPr>
              <a:t>Ev ödevi</a:t>
            </a:r>
          </a:p>
          <a:p>
            <a:pPr marL="557213" lvl="1" indent="-214313" defTabSz="685800" fontAlgn="base">
              <a:spcAft>
                <a:spcPct val="0"/>
              </a:spcAft>
              <a:buClr>
                <a:srgbClr val="FF0000"/>
              </a:buClr>
              <a:buSzPct val="55000"/>
              <a:buFont typeface="Wingdings" panose="05000000000000000000" pitchFamily="2" charset="2"/>
              <a:buChar char="n"/>
            </a:pPr>
            <a:endParaRPr lang="tr-TR" altLang="tr-TR" dirty="0">
              <a:solidFill>
                <a:srgbClr val="000000"/>
              </a:solidFill>
              <a:latin typeface="Times New Roman" panose="02020603050405020304" pitchFamily="18" charset="0"/>
              <a:cs typeface="Times New Roman" panose="02020603050405020304" pitchFamily="18" charset="0"/>
            </a:endParaRPr>
          </a:p>
          <a:p>
            <a:pPr marL="342900" lvl="1" indent="0" defTabSz="685800" fontAlgn="base">
              <a:spcAft>
                <a:spcPct val="0"/>
              </a:spcAft>
              <a:buClr>
                <a:srgbClr val="FF0000"/>
              </a:buClr>
              <a:buSzPct val="55000"/>
            </a:pPr>
            <a:endParaRPr lang="tr-TR" altLang="tr-TR" dirty="0" smtClean="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8598714"/>
      </p:ext>
    </p:extLst>
  </p:cSld>
  <p:clrMapOvr>
    <a:masterClrMapping/>
  </p:clrMapOvr>
  <p:transition spd="med">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323528" y="1628800"/>
            <a:ext cx="8820472" cy="4896544"/>
          </a:xfrm>
        </p:spPr>
        <p:txBody>
          <a:bodyPr>
            <a:normAutofit/>
          </a:bodyPr>
          <a:lstStyle/>
          <a:p>
            <a:pPr>
              <a:buNone/>
            </a:pPr>
            <a:endParaRPr lang="tr-TR" sz="2400" dirty="0" smtClean="0">
              <a:solidFill>
                <a:srgbClr val="000000"/>
              </a:solidFill>
              <a:latin typeface="Times New Roman" panose="02020603050405020304" pitchFamily="18" charset="0"/>
              <a:cs typeface="Times New Roman" panose="02020603050405020304" pitchFamily="18" charset="0"/>
            </a:endParaRPr>
          </a:p>
          <a:p>
            <a:pPr>
              <a:buNone/>
            </a:pPr>
            <a:endParaRPr lang="tr-TR" sz="2400" dirty="0" smtClean="0">
              <a:solidFill>
                <a:srgbClr val="000000"/>
              </a:solidFill>
              <a:latin typeface="Times New Roman" panose="02020603050405020304" pitchFamily="18" charset="0"/>
              <a:cs typeface="Times New Roman" panose="02020603050405020304" pitchFamily="18" charset="0"/>
            </a:endParaRPr>
          </a:p>
          <a:p>
            <a:pPr>
              <a:buNone/>
            </a:pPr>
            <a:endParaRPr lang="tr-TR" sz="2400" dirty="0">
              <a:solidFill>
                <a:srgbClr val="000000"/>
              </a:solidFill>
              <a:latin typeface="Times New Roman" panose="02020603050405020304" pitchFamily="18" charset="0"/>
              <a:cs typeface="Times New Roman" panose="02020603050405020304" pitchFamily="18" charset="0"/>
            </a:endParaRPr>
          </a:p>
          <a:p>
            <a:pPr>
              <a:buNone/>
            </a:pPr>
            <a:r>
              <a:rPr lang="tr-TR" sz="2400" dirty="0" smtClean="0">
                <a:solidFill>
                  <a:srgbClr val="000000"/>
                </a:solidFill>
                <a:latin typeface="Times New Roman" panose="02020603050405020304" pitchFamily="18" charset="0"/>
                <a:cs typeface="Times New Roman" panose="02020603050405020304" pitchFamily="18" charset="0"/>
              </a:rPr>
              <a:t>		</a:t>
            </a:r>
            <a:endParaRPr lang="tr-TR" sz="2800" dirty="0"/>
          </a:p>
        </p:txBody>
      </p:sp>
      <p:sp>
        <p:nvSpPr>
          <p:cNvPr id="4" name="Unvan 1"/>
          <p:cNvSpPr txBox="1">
            <a:spLocks/>
          </p:cNvSpPr>
          <p:nvPr/>
        </p:nvSpPr>
        <p:spPr bwMode="auto">
          <a:xfrm>
            <a:off x="1115616" y="908720"/>
            <a:ext cx="6840760" cy="564860"/>
          </a:xfrm>
          <a:prstGeom prst="rect">
            <a:avLst/>
          </a:prstGeom>
          <a:noFill/>
          <a:ln w="412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0" algn="ctr" defTabSz="685800" fontAlgn="base">
              <a:spcAft>
                <a:spcPct val="0"/>
              </a:spcAft>
              <a:buClr>
                <a:srgbClr val="3333CC"/>
              </a:buClr>
              <a:buSzPct val="60000"/>
            </a:pPr>
            <a:r>
              <a:rPr lang="tr-TR" altLang="tr-TR" sz="2800" b="1" dirty="0">
                <a:solidFill>
                  <a:srgbClr val="000000"/>
                </a:solidFill>
                <a:latin typeface="Times New Roman" panose="02020603050405020304" pitchFamily="18" charset="0"/>
                <a:cs typeface="Times New Roman" panose="02020603050405020304" pitchFamily="18" charset="0"/>
              </a:rPr>
              <a:t>Sınıf </a:t>
            </a:r>
            <a:r>
              <a:rPr lang="tr-TR" altLang="tr-TR" sz="2800" b="1" dirty="0" smtClean="0">
                <a:solidFill>
                  <a:srgbClr val="000000"/>
                </a:solidFill>
                <a:latin typeface="Times New Roman" panose="02020603050405020304" pitchFamily="18" charset="0"/>
                <a:cs typeface="Times New Roman" panose="02020603050405020304" pitchFamily="18" charset="0"/>
              </a:rPr>
              <a:t>Dışı Öğretim Teknikleri </a:t>
            </a:r>
            <a:r>
              <a:rPr lang="tr-TR" altLang="tr-TR" sz="2800" b="1" dirty="0">
                <a:solidFill>
                  <a:srgbClr val="000000"/>
                </a:solidFill>
                <a:latin typeface="Times New Roman" panose="02020603050405020304" pitchFamily="18" charset="0"/>
                <a:cs typeface="Times New Roman" panose="02020603050405020304" pitchFamily="18" charset="0"/>
              </a:rPr>
              <a:t>Nedir? </a:t>
            </a:r>
            <a:endParaRPr lang="tr-TR" altLang="tr-TR" sz="2800" b="1" dirty="0">
              <a:solidFill>
                <a:srgbClr val="000000"/>
              </a:solidFill>
              <a:latin typeface="Times New Roman" panose="02020603050405020304" pitchFamily="18" charset="0"/>
              <a:cs typeface="Times New Roman" panose="02020603050405020304" pitchFamily="18" charset="0"/>
            </a:endParaRPr>
          </a:p>
        </p:txBody>
      </p:sp>
      <p:sp>
        <p:nvSpPr>
          <p:cNvPr id="2" name="Dikdörtgen 1"/>
          <p:cNvSpPr/>
          <p:nvPr/>
        </p:nvSpPr>
        <p:spPr>
          <a:xfrm>
            <a:off x="611560" y="1859340"/>
            <a:ext cx="7920880" cy="4401205"/>
          </a:xfrm>
          <a:prstGeom prst="rect">
            <a:avLst/>
          </a:prstGeom>
          <a:ln w="38100">
            <a:solidFill>
              <a:srgbClr val="00B050"/>
            </a:solidFill>
          </a:ln>
        </p:spPr>
        <p:txBody>
          <a:bodyPr wrap="square">
            <a:spAutoFit/>
          </a:bodyPr>
          <a:lstStyle/>
          <a:p>
            <a:pPr algn="just">
              <a:spcBef>
                <a:spcPts val="600"/>
              </a:spcBef>
              <a:spcAft>
                <a:spcPts val="600"/>
              </a:spcAft>
            </a:pPr>
            <a:endParaRPr lang="tr-TR" sz="2400" dirty="0" smtClean="0">
              <a:solidFill>
                <a:srgbClr val="444444"/>
              </a:solidFill>
              <a:latin typeface="Times New Roman" panose="02020603050405020304" pitchFamily="18" charset="0"/>
              <a:cs typeface="Times New Roman" panose="02020603050405020304" pitchFamily="18" charset="0"/>
            </a:endParaRPr>
          </a:p>
          <a:p>
            <a:pPr algn="just">
              <a:spcBef>
                <a:spcPts val="600"/>
              </a:spcBef>
              <a:spcAft>
                <a:spcPts val="600"/>
              </a:spcAft>
            </a:pPr>
            <a:endParaRPr lang="tr-TR" sz="2400" dirty="0">
              <a:solidFill>
                <a:srgbClr val="444444"/>
              </a:solidFill>
              <a:latin typeface="Times New Roman" panose="02020603050405020304" pitchFamily="18" charset="0"/>
              <a:cs typeface="Times New Roman" panose="02020603050405020304" pitchFamily="18" charset="0"/>
            </a:endParaRPr>
          </a:p>
          <a:p>
            <a:pPr algn="just">
              <a:spcBef>
                <a:spcPts val="600"/>
              </a:spcBef>
              <a:spcAft>
                <a:spcPts val="600"/>
              </a:spcAft>
            </a:pPr>
            <a:r>
              <a:rPr lang="tr-TR" sz="2400" dirty="0" smtClean="0">
                <a:solidFill>
                  <a:srgbClr val="444444"/>
                </a:solidFill>
                <a:latin typeface="Times New Roman" panose="02020603050405020304" pitchFamily="18" charset="0"/>
                <a:cs typeface="Times New Roman" panose="02020603050405020304" pitchFamily="18" charset="0"/>
              </a:rPr>
              <a:t>	</a:t>
            </a:r>
            <a:r>
              <a:rPr lang="tr-TR" sz="2400" dirty="0">
                <a:solidFill>
                  <a:srgbClr val="000000"/>
                </a:solidFill>
                <a:latin typeface="Times New Roman" panose="02020603050405020304" pitchFamily="18" charset="0"/>
                <a:cs typeface="Times New Roman" panose="02020603050405020304" pitchFamily="18" charset="0"/>
              </a:rPr>
              <a:t>E</a:t>
            </a:r>
            <a:r>
              <a:rPr lang="tr-TR" sz="2400" dirty="0" smtClean="0">
                <a:solidFill>
                  <a:srgbClr val="000000"/>
                </a:solidFill>
                <a:latin typeface="Times New Roman" panose="02020603050405020304" pitchFamily="18" charset="0"/>
                <a:cs typeface="Times New Roman" panose="02020603050405020304" pitchFamily="18" charset="0"/>
              </a:rPr>
              <a:t>ğitim </a:t>
            </a:r>
            <a:r>
              <a:rPr lang="tr-TR" sz="2400" dirty="0">
                <a:solidFill>
                  <a:srgbClr val="000000"/>
                </a:solidFill>
                <a:latin typeface="Times New Roman" panose="02020603050405020304" pitchFamily="18" charset="0"/>
                <a:cs typeface="Times New Roman" panose="02020603050405020304" pitchFamily="18" charset="0"/>
              </a:rPr>
              <a:t>programı, öğrenciye okul içinde ve dışında planlanan etkinlikler yoluyla sağlanan öğrenme yaşantıları düzeneği olarak tanımlanmaktadır. Bu tanımdan da anlaşılacağı gibi, okul dışında da öğrenmelerin olduğu ve bu öğrenmelerin planlı, programlı, yapılması </a:t>
            </a:r>
            <a:r>
              <a:rPr lang="tr-TR" sz="2400" dirty="0" smtClean="0">
                <a:solidFill>
                  <a:srgbClr val="000000"/>
                </a:solidFill>
                <a:latin typeface="Times New Roman" panose="02020603050405020304" pitchFamily="18" charset="0"/>
                <a:cs typeface="Times New Roman" panose="02020603050405020304" pitchFamily="18" charset="0"/>
              </a:rPr>
              <a:t>durumunda kullanılan tekniklere sınıf dışı öğretim teknikleri denir.</a:t>
            </a:r>
          </a:p>
          <a:p>
            <a:pPr algn="just">
              <a:spcBef>
                <a:spcPts val="600"/>
              </a:spcBef>
              <a:spcAft>
                <a:spcPts val="600"/>
              </a:spcAft>
            </a:pPr>
            <a:endParaRPr lang="tr-TR" sz="2400" dirty="0" smtClean="0">
              <a:solidFill>
                <a:srgbClr val="444444"/>
              </a:solidFill>
              <a:latin typeface="Times New Roman" panose="02020603050405020304" pitchFamily="18" charset="0"/>
              <a:cs typeface="Times New Roman" panose="02020603050405020304" pitchFamily="18" charset="0"/>
            </a:endParaRPr>
          </a:p>
          <a:p>
            <a:pPr algn="just">
              <a:spcBef>
                <a:spcPts val="600"/>
              </a:spcBef>
              <a:spcAft>
                <a:spcPts val="600"/>
              </a:spcAft>
            </a:pPr>
            <a:endParaRPr lang="tr-TR" sz="2400" dirty="0">
              <a:latin typeface="Times New Roman" panose="02020603050405020304" pitchFamily="18" charset="0"/>
              <a:cs typeface="Times New Roman" panose="02020603050405020304" pitchFamily="18" charset="0"/>
            </a:endParaRPr>
          </a:p>
        </p:txBody>
      </p:sp>
    </p:spTree>
  </p:cSld>
  <p:clrMapOvr>
    <a:masterClrMapping/>
  </p:clrMapOvr>
  <p:transition>
    <p:newsfla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323528" y="1628800"/>
            <a:ext cx="8424936" cy="4896544"/>
          </a:xfrm>
        </p:spPr>
        <p:txBody>
          <a:bodyPr>
            <a:normAutofit/>
          </a:bodyPr>
          <a:lstStyle/>
          <a:p>
            <a:pPr>
              <a:buNone/>
            </a:pPr>
            <a:endParaRPr lang="tr-TR" sz="2400" dirty="0" smtClean="0">
              <a:solidFill>
                <a:srgbClr val="000000"/>
              </a:solidFill>
              <a:latin typeface="Times New Roman" panose="02020603050405020304" pitchFamily="18" charset="0"/>
              <a:cs typeface="Times New Roman" panose="02020603050405020304" pitchFamily="18" charset="0"/>
            </a:endParaRPr>
          </a:p>
          <a:p>
            <a:pPr>
              <a:buNone/>
            </a:pPr>
            <a:endParaRPr lang="tr-TR" sz="2400" dirty="0" smtClean="0">
              <a:solidFill>
                <a:srgbClr val="000000"/>
              </a:solidFill>
              <a:latin typeface="Times New Roman" panose="02020603050405020304" pitchFamily="18" charset="0"/>
              <a:cs typeface="Times New Roman" panose="02020603050405020304" pitchFamily="18" charset="0"/>
            </a:endParaRPr>
          </a:p>
          <a:p>
            <a:pPr>
              <a:buNone/>
            </a:pPr>
            <a:endParaRPr lang="tr-TR" sz="2400" dirty="0">
              <a:solidFill>
                <a:srgbClr val="000000"/>
              </a:solidFill>
              <a:latin typeface="Times New Roman" panose="02020603050405020304" pitchFamily="18" charset="0"/>
              <a:cs typeface="Times New Roman" panose="02020603050405020304" pitchFamily="18" charset="0"/>
            </a:endParaRPr>
          </a:p>
          <a:p>
            <a:pPr>
              <a:buNone/>
            </a:pPr>
            <a:r>
              <a:rPr lang="tr-TR" sz="2400" dirty="0" smtClean="0">
                <a:solidFill>
                  <a:srgbClr val="000000"/>
                </a:solidFill>
                <a:latin typeface="Times New Roman" panose="02020603050405020304" pitchFamily="18" charset="0"/>
                <a:cs typeface="Times New Roman" panose="02020603050405020304" pitchFamily="18" charset="0"/>
              </a:rPr>
              <a:t>		</a:t>
            </a:r>
            <a:endParaRPr lang="tr-TR" sz="2800" dirty="0"/>
          </a:p>
        </p:txBody>
      </p:sp>
      <p:sp>
        <p:nvSpPr>
          <p:cNvPr id="4" name="Unvan 1"/>
          <p:cNvSpPr txBox="1">
            <a:spLocks/>
          </p:cNvSpPr>
          <p:nvPr/>
        </p:nvSpPr>
        <p:spPr bwMode="auto">
          <a:xfrm>
            <a:off x="611560" y="908720"/>
            <a:ext cx="7920880" cy="564860"/>
          </a:xfrm>
          <a:prstGeom prst="rect">
            <a:avLst/>
          </a:prstGeom>
          <a:noFill/>
          <a:ln w="412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685800" rtl="0" eaLnBrk="1" fontAlgn="base" latinLnBrk="0" hangingPunct="1">
              <a:lnSpc>
                <a:spcPct val="100000"/>
              </a:lnSpc>
              <a:spcBef>
                <a:spcPts val="0"/>
              </a:spcBef>
              <a:spcAft>
                <a:spcPct val="0"/>
              </a:spcAft>
              <a:buClr>
                <a:srgbClr val="3333CC"/>
              </a:buClr>
              <a:buSzPct val="60000"/>
              <a:buFontTx/>
              <a:buNone/>
              <a:tabLst/>
              <a:defRPr/>
            </a:pPr>
            <a:r>
              <a:rPr kumimoji="0" lang="tr-TR" altLang="tr-TR" sz="2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Sınıf </a:t>
            </a:r>
            <a:r>
              <a:rPr kumimoji="0" lang="tr-TR" altLang="tr-TR"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Dışı Öğretim Tekniklerinin</a:t>
            </a:r>
            <a:r>
              <a:rPr kumimoji="0" lang="tr-TR" altLang="tr-TR" sz="2800" b="1" i="0" u="none" strike="noStrike" kern="1200" cap="none" spc="0" normalizeH="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 Genel Özellikleri</a:t>
            </a:r>
            <a:endParaRPr kumimoji="0" lang="tr-TR" altLang="tr-TR" sz="2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2" name="Dikdörtgen 1"/>
          <p:cNvSpPr/>
          <p:nvPr/>
        </p:nvSpPr>
        <p:spPr>
          <a:xfrm>
            <a:off x="467544" y="1859340"/>
            <a:ext cx="8064896" cy="4401205"/>
          </a:xfrm>
          <a:prstGeom prst="rect">
            <a:avLst/>
          </a:prstGeom>
          <a:ln w="38100">
            <a:solidFill>
              <a:srgbClr val="00B050"/>
            </a:solidFill>
          </a:ln>
        </p:spPr>
        <p:txBody>
          <a:bodyPr wrap="square">
            <a:spAutoFit/>
          </a:bodyPr>
          <a:lstStyle/>
          <a:p>
            <a:pPr marL="342900" indent="-342900" algn="just">
              <a:spcBef>
                <a:spcPts val="600"/>
              </a:spcBef>
              <a:spcAft>
                <a:spcPts val="600"/>
              </a:spcAft>
              <a:buFont typeface="Wingdings" panose="05000000000000000000" pitchFamily="2" charset="2"/>
              <a:buChar char="§"/>
            </a:pPr>
            <a:r>
              <a:rPr lang="tr-TR" sz="24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Sınıf </a:t>
            </a:r>
            <a:r>
              <a:rPr lang="tr-TR"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dışı öğretim tekniklerinde, eğitim-öğretim sınıf dışına kaydığı için amaç belirlenmeli ve ciddi bir plan program yapılmalıdır.</a:t>
            </a:r>
            <a:endParaRPr lang="tr-T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spcBef>
                <a:spcPts val="600"/>
              </a:spcBef>
              <a:spcAft>
                <a:spcPts val="600"/>
              </a:spcAft>
              <a:buFont typeface="Wingdings" panose="05000000000000000000" pitchFamily="2" charset="2"/>
              <a:buChar char="§"/>
            </a:pPr>
            <a:r>
              <a:rPr lang="tr-TR"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Öğrenciler birden çok duyu organı kullandıklarında, aktif oldukları ve yaparak yaşayarak öğrendiklerinden dolayı kalıcı öğrenmeler sağlar.</a:t>
            </a:r>
            <a:endParaRPr lang="tr-T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spcBef>
                <a:spcPts val="600"/>
              </a:spcBef>
              <a:spcAft>
                <a:spcPts val="600"/>
              </a:spcAft>
              <a:buFont typeface="Wingdings" panose="05000000000000000000" pitchFamily="2" charset="2"/>
              <a:buChar char="§"/>
            </a:pPr>
            <a:r>
              <a:rPr lang="tr-TR"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Resmi prosedürleri çoktur.</a:t>
            </a:r>
            <a:endParaRPr lang="tr-T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spcBef>
                <a:spcPts val="600"/>
              </a:spcBef>
              <a:spcAft>
                <a:spcPts val="600"/>
              </a:spcAft>
              <a:buFont typeface="Wingdings" panose="05000000000000000000" pitchFamily="2" charset="2"/>
              <a:buChar char="§"/>
            </a:pPr>
            <a:r>
              <a:rPr lang="tr-TR"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Zaman ve maliyet açısından ekonomik değildir.</a:t>
            </a:r>
            <a:endParaRPr lang="tr-T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spcBef>
                <a:spcPts val="600"/>
              </a:spcBef>
              <a:spcAft>
                <a:spcPts val="600"/>
              </a:spcAft>
              <a:buFont typeface="Wingdings" panose="05000000000000000000" pitchFamily="2" charset="2"/>
              <a:buChar char="§"/>
            </a:pPr>
            <a:r>
              <a:rPr lang="tr-TR"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Öğrenci katılımın sağlama ve kontrol etmede güçlük </a:t>
            </a:r>
            <a:r>
              <a:rPr lang="tr-TR" sz="24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yaşanabileceği için öğrenciye sıklıkla bilgi verilmelidir.</a:t>
            </a: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168013924"/>
      </p:ext>
    </p:extLst>
  </p:cSld>
  <p:clrMapOvr>
    <a:masterClrMapping/>
  </p:clrMapOvr>
  <p:transition>
    <p:newsfla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1"/>
          <p:cNvSpPr txBox="1">
            <a:spLocks/>
          </p:cNvSpPr>
          <p:nvPr/>
        </p:nvSpPr>
        <p:spPr bwMode="auto">
          <a:xfrm>
            <a:off x="467544" y="620688"/>
            <a:ext cx="8136904" cy="576064"/>
          </a:xfrm>
          <a:prstGeom prst="rect">
            <a:avLst/>
          </a:prstGeom>
          <a:noFill/>
          <a:ln w="412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514363" rtl="0" eaLnBrk="1" fontAlgn="base" latinLnBrk="0" hangingPunct="1">
              <a:lnSpc>
                <a:spcPct val="90000"/>
              </a:lnSpc>
              <a:spcBef>
                <a:spcPct val="0"/>
              </a:spcBef>
              <a:spcAft>
                <a:spcPct val="0"/>
              </a:spcAft>
              <a:buClrTx/>
              <a:buSzTx/>
              <a:buFontTx/>
              <a:buNone/>
              <a:tabLst/>
              <a:defRPr/>
            </a:pPr>
            <a:r>
              <a:rPr kumimoji="0" lang="tr-TR" altLang="tr-TR" sz="3200" b="1" i="0" u="none" strike="noStrike" kern="1200" cap="none" spc="0" normalizeH="0" baseline="0" noProof="0" dirty="0" smtClean="0">
                <a:ln>
                  <a:noFill/>
                </a:ln>
                <a:solidFill>
                  <a:srgbClr val="002060"/>
                </a:solidFill>
                <a:effectLst/>
                <a:uLnTx/>
                <a:uFillTx/>
                <a:latin typeface="Times New Roman" panose="02020603050405020304" pitchFamily="18" charset="0"/>
                <a:ea typeface="+mn-ea"/>
                <a:cs typeface="Times New Roman" panose="02020603050405020304" pitchFamily="18" charset="0"/>
              </a:rPr>
              <a:t>1.</a:t>
            </a:r>
            <a:r>
              <a:rPr kumimoji="0" lang="tr-TR" altLang="tr-TR" sz="3200" b="1" i="0" u="none" strike="noStrike" kern="1200" cap="none" spc="0" normalizeH="0" noProof="0" dirty="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Geziler</a:t>
            </a:r>
            <a:endParaRPr kumimoji="0" lang="tr-TR" altLang="tr-TR" sz="32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2" name="Dikdörtgen 1"/>
          <p:cNvSpPr/>
          <p:nvPr/>
        </p:nvSpPr>
        <p:spPr>
          <a:xfrm>
            <a:off x="323528" y="1700808"/>
            <a:ext cx="8136904" cy="2339102"/>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tr-TR" sz="2400" dirty="0">
              <a:solidFill>
                <a:srgbClr val="000000"/>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tr-TR" sz="2800" dirty="0">
              <a:solidFill>
                <a:srgbClr val="000000"/>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000000"/>
              </a:solidFill>
              <a:effectLst/>
              <a:uLnTx/>
              <a:uFillTx/>
              <a:latin typeface="Constantia"/>
              <a:ea typeface="+mn-ea"/>
              <a:cs typeface="+mn-cs"/>
            </a:endParaRPr>
          </a:p>
        </p:txBody>
      </p:sp>
      <p:sp>
        <p:nvSpPr>
          <p:cNvPr id="3" name="Dikdörtgen 2"/>
          <p:cNvSpPr/>
          <p:nvPr/>
        </p:nvSpPr>
        <p:spPr>
          <a:xfrm>
            <a:off x="827583" y="2492896"/>
            <a:ext cx="7464215" cy="3724096"/>
          </a:xfrm>
          <a:prstGeom prst="rect">
            <a:avLst/>
          </a:prstGeom>
          <a:ln w="28575">
            <a:solidFill>
              <a:srgbClr val="00B050"/>
            </a:solidFill>
          </a:ln>
        </p:spPr>
        <p:txBody>
          <a:bodyPr wrap="square">
            <a:spAutoFit/>
          </a:bodyPr>
          <a:lstStyle/>
          <a:p>
            <a:pPr algn="just">
              <a:spcBef>
                <a:spcPts val="600"/>
              </a:spcBef>
              <a:spcAft>
                <a:spcPts val="600"/>
              </a:spcAft>
            </a:pPr>
            <a:r>
              <a:rPr lang="tr-TR" sz="2400" dirty="0" smtClean="0">
                <a:solidFill>
                  <a:srgbClr val="212121"/>
                </a:solidFill>
                <a:latin typeface="Times New Roman" panose="02020603050405020304" pitchFamily="18" charset="0"/>
                <a:cs typeface="Times New Roman" panose="02020603050405020304" pitchFamily="18" charset="0"/>
              </a:rPr>
              <a:t>	</a:t>
            </a:r>
          </a:p>
          <a:p>
            <a:pPr algn="just">
              <a:spcBef>
                <a:spcPts val="600"/>
              </a:spcBef>
              <a:spcAft>
                <a:spcPts val="600"/>
              </a:spcAft>
            </a:pPr>
            <a:r>
              <a:rPr lang="tr-TR" sz="2400" dirty="0">
                <a:solidFill>
                  <a:srgbClr val="212121"/>
                </a:solidFill>
                <a:latin typeface="Times New Roman" panose="02020603050405020304" pitchFamily="18" charset="0"/>
                <a:cs typeface="Times New Roman" panose="02020603050405020304" pitchFamily="18" charset="0"/>
              </a:rPr>
              <a:t>	</a:t>
            </a:r>
            <a:r>
              <a:rPr lang="tr-TR" sz="2400" dirty="0" smtClean="0">
                <a:solidFill>
                  <a:srgbClr val="212121"/>
                </a:solidFill>
                <a:latin typeface="Times New Roman" panose="02020603050405020304" pitchFamily="18" charset="0"/>
                <a:cs typeface="Times New Roman" panose="02020603050405020304" pitchFamily="18" charset="0"/>
              </a:rPr>
              <a:t>Okul </a:t>
            </a:r>
            <a:r>
              <a:rPr lang="tr-TR" sz="2400" dirty="0">
                <a:solidFill>
                  <a:srgbClr val="212121"/>
                </a:solidFill>
                <a:latin typeface="Times New Roman" panose="02020603050405020304" pitchFamily="18" charset="0"/>
                <a:cs typeface="Times New Roman" panose="02020603050405020304" pitchFamily="18" charset="0"/>
              </a:rPr>
              <a:t>ve sınıf içinde yapılan çalışmaları tamamlamak, yaşamla bağlantısını kurmak ve bilişsel, </a:t>
            </a:r>
            <a:r>
              <a:rPr lang="tr-TR" sz="2400" dirty="0" err="1">
                <a:solidFill>
                  <a:srgbClr val="212121"/>
                </a:solidFill>
                <a:latin typeface="Times New Roman" panose="02020603050405020304" pitchFamily="18" charset="0"/>
                <a:cs typeface="Times New Roman" panose="02020603050405020304" pitchFamily="18" charset="0"/>
              </a:rPr>
              <a:t>duyuşsal</a:t>
            </a:r>
            <a:r>
              <a:rPr lang="tr-TR" sz="2400" dirty="0">
                <a:solidFill>
                  <a:srgbClr val="212121"/>
                </a:solidFill>
                <a:latin typeface="Times New Roman" panose="02020603050405020304" pitchFamily="18" charset="0"/>
                <a:cs typeface="Times New Roman" panose="02020603050405020304" pitchFamily="18" charset="0"/>
              </a:rPr>
              <a:t> ve </a:t>
            </a:r>
            <a:r>
              <a:rPr lang="tr-TR" sz="2400" dirty="0" err="1" smtClean="0">
                <a:solidFill>
                  <a:srgbClr val="212121"/>
                </a:solidFill>
                <a:latin typeface="Times New Roman" panose="02020603050405020304" pitchFamily="18" charset="0"/>
                <a:cs typeface="Times New Roman" panose="02020603050405020304" pitchFamily="18" charset="0"/>
              </a:rPr>
              <a:t>psikomotor</a:t>
            </a:r>
            <a:r>
              <a:rPr lang="tr-TR" sz="2400" dirty="0" smtClean="0">
                <a:solidFill>
                  <a:srgbClr val="212121"/>
                </a:solidFill>
                <a:latin typeface="Times New Roman" panose="02020603050405020304" pitchFamily="18" charset="0"/>
                <a:cs typeface="Times New Roman" panose="02020603050405020304" pitchFamily="18" charset="0"/>
              </a:rPr>
              <a:t> </a:t>
            </a:r>
            <a:r>
              <a:rPr lang="tr-TR" sz="2400" dirty="0">
                <a:solidFill>
                  <a:srgbClr val="212121"/>
                </a:solidFill>
                <a:latin typeface="Times New Roman" panose="02020603050405020304" pitchFamily="18" charset="0"/>
                <a:cs typeface="Times New Roman" panose="02020603050405020304" pitchFamily="18" charset="0"/>
              </a:rPr>
              <a:t>alandaki davranışları kazandırmak için kullanılan bir tekniktir. Öğrencilere somut yaşantılar geçirerek kalıcı öğrenmeleri sağlamak için kullanılır. Örneğin öğrencilerin müze, fabrika kütüphane, dağ, orman, göl vb. yerlere götürülmesi planlanabilir. </a:t>
            </a:r>
            <a:endParaRPr lang="tr-TR" sz="2400" dirty="0" smtClean="0">
              <a:solidFill>
                <a:srgbClr val="212121"/>
              </a:solidFill>
              <a:latin typeface="Times New Roman" panose="02020603050405020304" pitchFamily="18" charset="0"/>
              <a:cs typeface="Times New Roman" panose="02020603050405020304" pitchFamily="18" charset="0"/>
            </a:endParaRPr>
          </a:p>
          <a:p>
            <a:pPr algn="just">
              <a:spcBef>
                <a:spcPts val="600"/>
              </a:spcBef>
              <a:spcAft>
                <a:spcPts val="600"/>
              </a:spcAft>
            </a:pPr>
            <a:endParaRPr lang="tr-TR" sz="2400" b="0" i="0" dirty="0">
              <a:solidFill>
                <a:srgbClr val="21212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6847830"/>
      </p:ext>
    </p:extLst>
  </p:cSld>
  <p:clrMapOvr>
    <a:masterClrMapping/>
  </p:clrMapOvr>
  <p:transition>
    <p:newsflash/>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1"/>
          <p:cNvSpPr txBox="1">
            <a:spLocks/>
          </p:cNvSpPr>
          <p:nvPr/>
        </p:nvSpPr>
        <p:spPr bwMode="auto">
          <a:xfrm>
            <a:off x="575556" y="476672"/>
            <a:ext cx="8136904" cy="576064"/>
          </a:xfrm>
          <a:prstGeom prst="rect">
            <a:avLst/>
          </a:prstGeom>
          <a:noFill/>
          <a:ln w="412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514363" rtl="0" eaLnBrk="1" fontAlgn="base" latinLnBrk="0" hangingPunct="1">
              <a:lnSpc>
                <a:spcPct val="90000"/>
              </a:lnSpc>
              <a:spcBef>
                <a:spcPct val="0"/>
              </a:spcBef>
              <a:spcAft>
                <a:spcPct val="0"/>
              </a:spcAft>
              <a:buClrTx/>
              <a:buSzTx/>
              <a:buFontTx/>
              <a:buNone/>
              <a:tabLst/>
              <a:defRPr/>
            </a:pPr>
            <a:r>
              <a:rPr kumimoji="0" lang="tr-TR" altLang="tr-TR" sz="3200" b="1" i="0" u="none" strike="noStrike" kern="1200" cap="none" spc="0" normalizeH="0" baseline="0" noProof="0" dirty="0" smtClean="0">
                <a:ln>
                  <a:noFill/>
                </a:ln>
                <a:solidFill>
                  <a:srgbClr val="002060"/>
                </a:solidFill>
                <a:effectLst/>
                <a:uLnTx/>
                <a:uFillTx/>
                <a:latin typeface="Times New Roman" panose="02020603050405020304" pitchFamily="18" charset="0"/>
                <a:ea typeface="+mn-ea"/>
                <a:cs typeface="Times New Roman" panose="02020603050405020304" pitchFamily="18" charset="0"/>
              </a:rPr>
              <a:t>1. Geziler</a:t>
            </a:r>
            <a:endParaRPr kumimoji="0" lang="tr-TR" altLang="tr-TR" sz="32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2" name="Dikdörtgen 1"/>
          <p:cNvSpPr/>
          <p:nvPr/>
        </p:nvSpPr>
        <p:spPr>
          <a:xfrm>
            <a:off x="323528" y="1700808"/>
            <a:ext cx="8136904" cy="2339102"/>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000000"/>
              </a:solidFill>
              <a:effectLst/>
              <a:uLnTx/>
              <a:uFillTx/>
              <a:latin typeface="Constantia"/>
              <a:ea typeface="+mn-ea"/>
              <a:cs typeface="+mn-cs"/>
            </a:endParaRPr>
          </a:p>
        </p:txBody>
      </p:sp>
      <p:sp>
        <p:nvSpPr>
          <p:cNvPr id="3" name="Dikdörtgen 2"/>
          <p:cNvSpPr/>
          <p:nvPr/>
        </p:nvSpPr>
        <p:spPr>
          <a:xfrm>
            <a:off x="683568" y="1484784"/>
            <a:ext cx="7920880" cy="4893647"/>
          </a:xfrm>
          <a:prstGeom prst="rect">
            <a:avLst/>
          </a:prstGeom>
          <a:ln w="28575">
            <a:solidFill>
              <a:srgbClr val="00B050"/>
            </a:solidFill>
          </a:ln>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tr-TR" sz="2400" b="0" i="0" u="none" strike="noStrike" kern="1200" cap="none" spc="0" normalizeH="0" baseline="0" noProof="0" dirty="0" smtClean="0">
                <a:ln>
                  <a:noFill/>
                </a:ln>
                <a:solidFill>
                  <a:srgbClr val="212121"/>
                </a:solidFill>
                <a:effectLst/>
                <a:uLnTx/>
                <a:uFillTx/>
                <a:latin typeface="Times New Roman" panose="02020603050405020304" pitchFamily="18" charset="0"/>
                <a:ea typeface="+mn-ea"/>
                <a:cs typeface="Times New Roman" panose="02020603050405020304" pitchFamily="18" charset="0"/>
              </a:rPr>
              <a:t>	Bir </a:t>
            </a:r>
            <a:r>
              <a:rPr kumimoji="0" lang="tr-TR" sz="2400" b="0" i="0" u="none" strike="noStrike" kern="1200" cap="none" spc="0" normalizeH="0" baseline="0" noProof="0" dirty="0">
                <a:ln>
                  <a:noFill/>
                </a:ln>
                <a:solidFill>
                  <a:srgbClr val="212121"/>
                </a:solidFill>
                <a:effectLst/>
                <a:uLnTx/>
                <a:uFillTx/>
                <a:latin typeface="Times New Roman" panose="02020603050405020304" pitchFamily="18" charset="0"/>
                <a:ea typeface="+mn-ea"/>
                <a:cs typeface="Times New Roman" panose="02020603050405020304" pitchFamily="18" charset="0"/>
              </a:rPr>
              <a:t>gezi için yapılması gerekli işlemler </a:t>
            </a:r>
            <a:r>
              <a:rPr kumimoji="0" lang="tr-TR" sz="2400" b="0" i="0" u="none" strike="noStrike" kern="1200" cap="none" spc="0" normalizeH="0" baseline="0" noProof="0" dirty="0" smtClean="0">
                <a:ln>
                  <a:noFill/>
                </a:ln>
                <a:solidFill>
                  <a:srgbClr val="212121"/>
                </a:solidFill>
                <a:effectLst/>
                <a:uLnTx/>
                <a:uFillTx/>
                <a:latin typeface="Times New Roman" panose="02020603050405020304" pitchFamily="18" charset="0"/>
                <a:ea typeface="+mn-ea"/>
                <a:cs typeface="Times New Roman" panose="02020603050405020304" pitchFamily="18" charset="0"/>
              </a:rPr>
              <a:t>şunlardır;</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tr-TR" sz="2400" dirty="0">
              <a:solidFill>
                <a:srgbClr val="212121"/>
              </a:solidFill>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Öğrencilere </a:t>
            </a:r>
            <a:r>
              <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kazandırılacak kazanımların öğrencilerle birlikte belirlenmesi,</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Gezi yapılacak kurumun ya da yerin belirlenmesi,</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Kurumdan izin alınması, gezinin amacının, zamanının ve gezide sorulacak soruların belirlenmesi,</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Gezi planının hazırlanması, hava koşulları, ne ile gidileceğinin belirlenmesi ve güvenlik tedbirlerinin alınması,</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Gezi sonunda, yapılan etkinlikler sınıfta tartışılmalı, bir rapor oluşturularak hem okula hem de gezi yapılan kuruma sunulmalıdır.</a:t>
            </a:r>
          </a:p>
        </p:txBody>
      </p:sp>
    </p:spTree>
    <p:extLst>
      <p:ext uri="{BB962C8B-B14F-4D97-AF65-F5344CB8AC3E}">
        <p14:creationId xmlns:p14="http://schemas.microsoft.com/office/powerpoint/2010/main" val="2316062427"/>
      </p:ext>
    </p:extLst>
  </p:cSld>
  <p:clrMapOvr>
    <a:masterClrMapping/>
  </p:clrMapOvr>
  <p:transition>
    <p:newsfla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1"/>
          <p:cNvSpPr txBox="1">
            <a:spLocks/>
          </p:cNvSpPr>
          <p:nvPr/>
        </p:nvSpPr>
        <p:spPr bwMode="auto">
          <a:xfrm>
            <a:off x="971600" y="610135"/>
            <a:ext cx="7020780" cy="576064"/>
          </a:xfrm>
          <a:prstGeom prst="rect">
            <a:avLst/>
          </a:prstGeom>
          <a:noFill/>
          <a:ln w="412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514363" rtl="0" eaLnBrk="1" fontAlgn="base" latinLnBrk="0" hangingPunct="1">
              <a:lnSpc>
                <a:spcPct val="90000"/>
              </a:lnSpc>
              <a:spcBef>
                <a:spcPct val="0"/>
              </a:spcBef>
              <a:spcAft>
                <a:spcPct val="0"/>
              </a:spcAft>
              <a:buClrTx/>
              <a:buSzTx/>
              <a:buFontTx/>
              <a:buNone/>
              <a:tabLst/>
              <a:defRPr/>
            </a:pPr>
            <a:r>
              <a:rPr lang="tr-TR" altLang="tr-TR" sz="3200" b="1" dirty="0" smtClean="0">
                <a:solidFill>
                  <a:srgbClr val="002060"/>
                </a:solidFill>
                <a:latin typeface="Times New Roman" panose="02020603050405020304" pitchFamily="18" charset="0"/>
                <a:cs typeface="Times New Roman" panose="02020603050405020304" pitchFamily="18" charset="0"/>
              </a:rPr>
              <a:t>2</a:t>
            </a:r>
            <a:r>
              <a:rPr kumimoji="0" lang="tr-TR" altLang="tr-TR" sz="3200" b="1" i="0" u="none" strike="noStrike" kern="1200" cap="none" spc="0" normalizeH="0" baseline="0" noProof="0" dirty="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Gözlem</a:t>
            </a:r>
            <a:endParaRPr kumimoji="0" lang="tr-TR" altLang="tr-TR" sz="32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2" name="Dikdörtgen 1"/>
          <p:cNvSpPr/>
          <p:nvPr/>
        </p:nvSpPr>
        <p:spPr>
          <a:xfrm>
            <a:off x="323528" y="1700808"/>
            <a:ext cx="8136904" cy="2339102"/>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000000"/>
              </a:solidFill>
              <a:effectLst/>
              <a:uLnTx/>
              <a:uFillTx/>
              <a:latin typeface="Constantia"/>
              <a:ea typeface="+mn-ea"/>
              <a:cs typeface="+mn-cs"/>
            </a:endParaRPr>
          </a:p>
        </p:txBody>
      </p:sp>
      <p:sp>
        <p:nvSpPr>
          <p:cNvPr id="3" name="Dikdörtgen 2"/>
          <p:cNvSpPr/>
          <p:nvPr/>
        </p:nvSpPr>
        <p:spPr>
          <a:xfrm>
            <a:off x="683568" y="1713740"/>
            <a:ext cx="7776864" cy="4462760"/>
          </a:xfrm>
          <a:prstGeom prst="rect">
            <a:avLst/>
          </a:prstGeom>
          <a:ln w="28575">
            <a:solidFill>
              <a:srgbClr val="00B050"/>
            </a:solidFill>
          </a:ln>
        </p:spPr>
        <p:txBody>
          <a:bodyPr wrap="square">
            <a:spAutoFit/>
          </a:bodyPr>
          <a:lstStyle/>
          <a:p>
            <a:pPr algn="just">
              <a:spcBef>
                <a:spcPts val="600"/>
              </a:spcBef>
              <a:spcAft>
                <a:spcPts val="600"/>
              </a:spcAft>
            </a:pPr>
            <a:endParaRPr lang="tr-TR" sz="2400" dirty="0" smtClean="0">
              <a:solidFill>
                <a:srgbClr val="000000"/>
              </a:solidFill>
              <a:latin typeface="Times New Roman" panose="02020603050405020304" pitchFamily="18" charset="0"/>
              <a:cs typeface="Times New Roman" panose="02020603050405020304" pitchFamily="18" charset="0"/>
            </a:endParaRPr>
          </a:p>
          <a:p>
            <a:pPr algn="just">
              <a:spcBef>
                <a:spcPts val="600"/>
              </a:spcBef>
              <a:spcAft>
                <a:spcPts val="600"/>
              </a:spcAft>
            </a:pPr>
            <a:r>
              <a:rPr lang="tr-TR" sz="2400" dirty="0" smtClean="0">
                <a:solidFill>
                  <a:srgbClr val="000000"/>
                </a:solidFill>
                <a:latin typeface="Times New Roman" panose="02020603050405020304" pitchFamily="18" charset="0"/>
                <a:cs typeface="Times New Roman" panose="02020603050405020304" pitchFamily="18" charset="0"/>
              </a:rPr>
              <a:t>	Gözlem</a:t>
            </a:r>
            <a:r>
              <a:rPr lang="tr-TR" sz="2400" dirty="0">
                <a:solidFill>
                  <a:srgbClr val="000000"/>
                </a:solidFill>
                <a:latin typeface="Times New Roman" panose="02020603050405020304" pitchFamily="18" charset="0"/>
                <a:cs typeface="Times New Roman" panose="02020603050405020304" pitchFamily="18" charset="0"/>
              </a:rPr>
              <a:t>, her çocukta var olan araştırma eğilimini ortaya çıkarmak için kullanılan bir tekniktir. Bu teknikte öğrencilere kazandırılacak davranışlar en az uygulama düzeyinde olmalıdır. Öğrencilerin sınıf, </a:t>
            </a:r>
            <a:r>
              <a:rPr lang="tr-TR" sz="2400" dirty="0" err="1">
                <a:solidFill>
                  <a:srgbClr val="000000"/>
                </a:solidFill>
                <a:latin typeface="Times New Roman" panose="02020603050405020304" pitchFamily="18" charset="0"/>
                <a:cs typeface="Times New Roman" panose="02020603050405020304" pitchFamily="18" charset="0"/>
              </a:rPr>
              <a:t>laboratuar</a:t>
            </a:r>
            <a:r>
              <a:rPr lang="tr-TR" sz="2400" dirty="0">
                <a:solidFill>
                  <a:srgbClr val="000000"/>
                </a:solidFill>
                <a:latin typeface="Times New Roman" panose="02020603050405020304" pitchFamily="18" charset="0"/>
                <a:cs typeface="Times New Roman" panose="02020603050405020304" pitchFamily="18" charset="0"/>
              </a:rPr>
              <a:t> ya da okul dışındaki sosyal yaşam ortamlarında bir olay, durum, nesne ya da insanlarla ilgili olarak sistematik olarak inceleme yapma, verileri kaydetme ve bir sonuca varma süreci olarak açıklanabilir. Öğrencilerin dikkatli bir gözlem yapmalarını gerektirir. </a:t>
            </a:r>
            <a:endParaRPr lang="tr-TR" sz="2400" dirty="0" smtClean="0">
              <a:solidFill>
                <a:srgbClr val="000000"/>
              </a:solidFill>
              <a:latin typeface="Times New Roman" panose="02020603050405020304" pitchFamily="18" charset="0"/>
              <a:cs typeface="Times New Roman" panose="02020603050405020304" pitchFamily="18" charset="0"/>
            </a:endParaRPr>
          </a:p>
          <a:p>
            <a:pPr algn="just">
              <a:spcBef>
                <a:spcPts val="600"/>
              </a:spcBef>
              <a:spcAft>
                <a:spcPts val="600"/>
              </a:spcAft>
            </a:pPr>
            <a:endParaRPr lang="tr-TR"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5793543"/>
      </p:ext>
    </p:extLst>
  </p:cSld>
  <p:clrMapOvr>
    <a:masterClrMapping/>
  </p:clrMapOvr>
  <p:transition>
    <p:newsfla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1"/>
          <p:cNvSpPr txBox="1">
            <a:spLocks/>
          </p:cNvSpPr>
          <p:nvPr/>
        </p:nvSpPr>
        <p:spPr bwMode="auto">
          <a:xfrm>
            <a:off x="1043608" y="548680"/>
            <a:ext cx="7128792" cy="576064"/>
          </a:xfrm>
          <a:prstGeom prst="rect">
            <a:avLst/>
          </a:prstGeom>
          <a:noFill/>
          <a:ln w="412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514363" rtl="0" eaLnBrk="1" fontAlgn="base" latinLnBrk="0" hangingPunct="1">
              <a:lnSpc>
                <a:spcPct val="90000"/>
              </a:lnSpc>
              <a:spcBef>
                <a:spcPct val="0"/>
              </a:spcBef>
              <a:spcAft>
                <a:spcPct val="0"/>
              </a:spcAft>
              <a:buClrTx/>
              <a:buSzTx/>
              <a:buFontTx/>
              <a:buNone/>
              <a:tabLst/>
              <a:defRPr/>
            </a:pPr>
            <a:r>
              <a:rPr lang="tr-TR" altLang="tr-TR" sz="3200" b="1" dirty="0">
                <a:solidFill>
                  <a:srgbClr val="002060"/>
                </a:solidFill>
                <a:latin typeface="Times New Roman" panose="02020603050405020304" pitchFamily="18" charset="0"/>
                <a:cs typeface="Times New Roman" panose="02020603050405020304" pitchFamily="18" charset="0"/>
              </a:rPr>
              <a:t>2</a:t>
            </a:r>
            <a:r>
              <a:rPr kumimoji="0" lang="tr-TR" altLang="tr-TR" sz="3200" b="1" i="0" u="none" strike="noStrike" kern="1200" cap="none" spc="0" normalizeH="0" baseline="0" noProof="0" dirty="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Gözlem</a:t>
            </a:r>
            <a:endParaRPr kumimoji="0" lang="tr-TR" altLang="tr-TR" sz="32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2" name="Dikdörtgen 1"/>
          <p:cNvSpPr/>
          <p:nvPr/>
        </p:nvSpPr>
        <p:spPr>
          <a:xfrm>
            <a:off x="323528" y="1700808"/>
            <a:ext cx="8136904" cy="2339102"/>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000000"/>
              </a:solidFill>
              <a:effectLst/>
              <a:uLnTx/>
              <a:uFillTx/>
              <a:latin typeface="Constantia"/>
              <a:ea typeface="+mn-ea"/>
              <a:cs typeface="+mn-cs"/>
            </a:endParaRPr>
          </a:p>
        </p:txBody>
      </p:sp>
      <p:sp>
        <p:nvSpPr>
          <p:cNvPr id="3" name="Dikdörtgen 2"/>
          <p:cNvSpPr/>
          <p:nvPr/>
        </p:nvSpPr>
        <p:spPr>
          <a:xfrm>
            <a:off x="323528" y="1623864"/>
            <a:ext cx="8208912" cy="4832092"/>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tr-TR" sz="2200" b="1"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Gözlem </a:t>
            </a:r>
            <a:r>
              <a:rPr lang="tr-TR" sz="2200" b="1" dirty="0" smtClean="0">
                <a:solidFill>
                  <a:srgbClr val="000000"/>
                </a:solidFill>
                <a:latin typeface="Times New Roman" panose="02020603050405020304" pitchFamily="18" charset="0"/>
                <a:cs typeface="Times New Roman" panose="02020603050405020304" pitchFamily="18" charset="0"/>
              </a:rPr>
              <a:t>tekniği kullanılırken uyulması gereken </a:t>
            </a:r>
            <a:r>
              <a:rPr kumimoji="0" lang="tr-TR" sz="2200" b="1"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kurallar</a:t>
            </a:r>
            <a:r>
              <a:rPr kumimoji="0" lang="tr-TR" sz="2200" b="1" i="0" u="none" strike="noStrike" kern="1200" cap="none" spc="0" normalizeH="0" noProof="0" dirty="0" smtClean="0">
                <a:ln>
                  <a:noFill/>
                </a:ln>
                <a:solidFill>
                  <a:srgbClr val="000000"/>
                </a:solidFill>
                <a:effectLst/>
                <a:uLnTx/>
                <a:uFillTx/>
                <a:latin typeface="Times New Roman" panose="02020603050405020304" pitchFamily="18" charset="0"/>
                <a:cs typeface="Times New Roman" panose="02020603050405020304" pitchFamily="18" charset="0"/>
              </a:rPr>
              <a:t> şunlardır;</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tr-TR" sz="2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tr-TR" sz="2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Gözlemin eğitsel bir amacı olmalıdır,</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tr-TR" sz="2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Gözlem yapılacak doğal ya da toplumsal olgu belirlenmelidir,</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tr-TR" sz="2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Gözlem yapılacak zaman </a:t>
            </a:r>
            <a:r>
              <a:rPr lang="tr-TR" sz="2200" dirty="0" smtClean="0">
                <a:solidFill>
                  <a:srgbClr val="000000"/>
                </a:solidFill>
                <a:latin typeface="Times New Roman" panose="02020603050405020304" pitchFamily="18" charset="0"/>
                <a:cs typeface="Times New Roman" panose="02020603050405020304" pitchFamily="18" charset="0"/>
              </a:rPr>
              <a:t>belirlenmeli</a:t>
            </a:r>
            <a:r>
              <a:rPr kumimoji="0" lang="tr-TR" sz="22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 hangi </a:t>
            </a:r>
            <a:r>
              <a:rPr kumimoji="0" lang="tr-TR" sz="2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sıklıkla ve kimler tarafından gözleneceği belirlenmelidir,</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tr-TR" sz="2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Gözlem sonuçlarının hangi ölçme aracıyla toplanacağı belirlenmelidir,</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tr-TR" sz="2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Gözlem, seçilen ölçme araçlarıyla yapılarak not edilmelidir </a:t>
            </a:r>
            <a:r>
              <a:rPr kumimoji="0" lang="tr-TR" sz="22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Belirlenen </a:t>
            </a:r>
            <a:r>
              <a:rPr kumimoji="0" lang="tr-TR" sz="2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amaca ulaşana dek gözlem yapılmaya devam edilmelidir,</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tr-TR" sz="2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Değişik kişilerce yapılan gözlem sonuçları karşılaştırılıp bir sonuca varılmalıdır,</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tr-TR" sz="2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Gözlem rapor haline getirilerek sınıfa sunulmalı ve tartışılmalıdır. Gerekiyorsa gözlem yeniden yapılmalı, eksiklikler düzeltilmelidir.</a:t>
            </a:r>
          </a:p>
        </p:txBody>
      </p:sp>
    </p:spTree>
    <p:extLst>
      <p:ext uri="{BB962C8B-B14F-4D97-AF65-F5344CB8AC3E}">
        <p14:creationId xmlns:p14="http://schemas.microsoft.com/office/powerpoint/2010/main" val="1612621519"/>
      </p:ext>
    </p:extLst>
  </p:cSld>
  <p:clrMapOvr>
    <a:masterClrMapping/>
  </p:clrMapOvr>
  <p:transition>
    <p:newsfla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1"/>
          <p:cNvSpPr txBox="1">
            <a:spLocks/>
          </p:cNvSpPr>
          <p:nvPr/>
        </p:nvSpPr>
        <p:spPr bwMode="auto">
          <a:xfrm>
            <a:off x="487047" y="332656"/>
            <a:ext cx="8136904" cy="576064"/>
          </a:xfrm>
          <a:prstGeom prst="rect">
            <a:avLst/>
          </a:prstGeom>
          <a:noFill/>
          <a:ln w="412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514363" rtl="0" eaLnBrk="1" fontAlgn="base" latinLnBrk="0" hangingPunct="1">
              <a:lnSpc>
                <a:spcPct val="90000"/>
              </a:lnSpc>
              <a:spcBef>
                <a:spcPct val="0"/>
              </a:spcBef>
              <a:spcAft>
                <a:spcPct val="0"/>
              </a:spcAft>
              <a:buClrTx/>
              <a:buSzTx/>
              <a:buFontTx/>
              <a:buNone/>
              <a:tabLst/>
              <a:defRPr/>
            </a:pPr>
            <a:r>
              <a:rPr lang="tr-TR" altLang="tr-TR" sz="3200" b="1" dirty="0" smtClean="0">
                <a:solidFill>
                  <a:srgbClr val="002060"/>
                </a:solidFill>
                <a:latin typeface="Times New Roman" panose="02020603050405020304" pitchFamily="18" charset="0"/>
                <a:cs typeface="Times New Roman" panose="02020603050405020304" pitchFamily="18" charset="0"/>
              </a:rPr>
              <a:t>3. Deneyler</a:t>
            </a:r>
            <a:endParaRPr kumimoji="0" lang="tr-TR" altLang="tr-TR" sz="32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2" name="Dikdörtgen 1"/>
          <p:cNvSpPr/>
          <p:nvPr/>
        </p:nvSpPr>
        <p:spPr>
          <a:xfrm>
            <a:off x="323528" y="1700808"/>
            <a:ext cx="8136904" cy="2339102"/>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000000"/>
              </a:solidFill>
              <a:effectLst/>
              <a:uLnTx/>
              <a:uFillTx/>
              <a:latin typeface="Constantia"/>
              <a:ea typeface="+mn-ea"/>
              <a:cs typeface="+mn-cs"/>
            </a:endParaRPr>
          </a:p>
        </p:txBody>
      </p:sp>
      <p:sp>
        <p:nvSpPr>
          <p:cNvPr id="3" name="Dikdörtgen 2"/>
          <p:cNvSpPr/>
          <p:nvPr/>
        </p:nvSpPr>
        <p:spPr>
          <a:xfrm>
            <a:off x="343031" y="1268760"/>
            <a:ext cx="8424936" cy="5262979"/>
          </a:xfrm>
          <a:prstGeom prst="rect">
            <a:avLst/>
          </a:prstGeom>
          <a:ln w="28575">
            <a:solidFill>
              <a:srgbClr val="00B050"/>
            </a:solidFill>
          </a:ln>
        </p:spPr>
        <p:txBody>
          <a:bodyPr wrap="square">
            <a:spAutoFit/>
          </a:bodyPr>
          <a:lstStyle/>
          <a:p>
            <a:pPr algn="just"/>
            <a:r>
              <a:rPr lang="tr-TR" sz="2400" dirty="0" smtClean="0">
                <a:solidFill>
                  <a:srgbClr val="212121"/>
                </a:solidFill>
                <a:latin typeface="Times New Roman" panose="02020603050405020304" pitchFamily="18" charset="0"/>
                <a:cs typeface="Times New Roman" panose="02020603050405020304" pitchFamily="18" charset="0"/>
              </a:rPr>
              <a:t>	Öğrencilerin </a:t>
            </a:r>
            <a:r>
              <a:rPr lang="tr-TR" sz="2400" dirty="0">
                <a:solidFill>
                  <a:srgbClr val="212121"/>
                </a:solidFill>
                <a:latin typeface="Times New Roman" panose="02020603050405020304" pitchFamily="18" charset="0"/>
                <a:cs typeface="Times New Roman" panose="02020603050405020304" pitchFamily="18" charset="0"/>
              </a:rPr>
              <a:t>bilimsel olayların sonuçlarını birinci elden öğrenmelerini sağlamak, </a:t>
            </a:r>
            <a:r>
              <a:rPr lang="tr-TR" sz="2400" dirty="0" smtClean="0">
                <a:solidFill>
                  <a:srgbClr val="212121"/>
                </a:solidFill>
                <a:latin typeface="Times New Roman" panose="02020603050405020304" pitchFamily="18" charset="0"/>
                <a:cs typeface="Times New Roman" panose="02020603050405020304" pitchFamily="18" charset="0"/>
              </a:rPr>
              <a:t>öğrenmeyi </a:t>
            </a:r>
            <a:r>
              <a:rPr lang="tr-TR" sz="2400" dirty="0">
                <a:solidFill>
                  <a:srgbClr val="212121"/>
                </a:solidFill>
                <a:latin typeface="Times New Roman" panose="02020603050405020304" pitchFamily="18" charset="0"/>
                <a:cs typeface="Times New Roman" panose="02020603050405020304" pitchFamily="18" charset="0"/>
              </a:rPr>
              <a:t>somutlaştırmak, hipotezleri test etmek, bir ilke ya da varsayımı sınamak amacıyla yapılan </a:t>
            </a:r>
            <a:r>
              <a:rPr lang="tr-TR" sz="2400" dirty="0" smtClean="0">
                <a:solidFill>
                  <a:srgbClr val="212121"/>
                </a:solidFill>
                <a:latin typeface="Times New Roman" panose="02020603050405020304" pitchFamily="18" charset="0"/>
                <a:cs typeface="Times New Roman" panose="02020603050405020304" pitchFamily="18" charset="0"/>
              </a:rPr>
              <a:t>etkinliklere deney </a:t>
            </a:r>
            <a:r>
              <a:rPr lang="tr-TR" sz="2400" dirty="0">
                <a:solidFill>
                  <a:srgbClr val="212121"/>
                </a:solidFill>
                <a:latin typeface="Times New Roman" panose="02020603050405020304" pitchFamily="18" charset="0"/>
                <a:cs typeface="Times New Roman" panose="02020603050405020304" pitchFamily="18" charset="0"/>
              </a:rPr>
              <a:t>denir. </a:t>
            </a:r>
            <a:r>
              <a:rPr lang="tr-TR" sz="2400" dirty="0" smtClean="0">
                <a:solidFill>
                  <a:srgbClr val="212121"/>
                </a:solidFill>
                <a:latin typeface="Times New Roman" panose="02020603050405020304" pitchFamily="18" charset="0"/>
                <a:cs typeface="Times New Roman" panose="02020603050405020304" pitchFamily="18" charset="0"/>
              </a:rPr>
              <a:t>İki </a:t>
            </a:r>
            <a:r>
              <a:rPr lang="tr-TR" sz="2400" dirty="0">
                <a:solidFill>
                  <a:srgbClr val="212121"/>
                </a:solidFill>
                <a:latin typeface="Times New Roman" panose="02020603050405020304" pitchFamily="18" charset="0"/>
                <a:cs typeface="Times New Roman" panose="02020603050405020304" pitchFamily="18" charset="0"/>
              </a:rPr>
              <a:t>tür deneyden bahsetmek mümkündür.</a:t>
            </a:r>
          </a:p>
          <a:p>
            <a:pPr algn="just">
              <a:buFont typeface="+mj-lt"/>
              <a:buAutoNum type="arabicPeriod"/>
            </a:pPr>
            <a:r>
              <a:rPr lang="tr-TR" sz="2400" b="1" dirty="0">
                <a:solidFill>
                  <a:srgbClr val="212121"/>
                </a:solidFill>
                <a:latin typeface="Times New Roman" panose="02020603050405020304" pitchFamily="18" charset="0"/>
                <a:cs typeface="Times New Roman" panose="02020603050405020304" pitchFamily="18" charset="0"/>
              </a:rPr>
              <a:t>Öğretmen Deneyleri:</a:t>
            </a:r>
            <a:r>
              <a:rPr lang="tr-TR" sz="2400" dirty="0">
                <a:solidFill>
                  <a:srgbClr val="212121"/>
                </a:solidFill>
                <a:latin typeface="Times New Roman" panose="02020603050405020304" pitchFamily="18" charset="0"/>
                <a:cs typeface="Times New Roman" panose="02020603050405020304" pitchFamily="18" charset="0"/>
              </a:rPr>
              <a:t> Öğretmen deneyinde öğrenci pasif ve seyirci durumundadır. Bu tür deneyler “gösteri” olarak da tanımlanabilir. </a:t>
            </a:r>
            <a:endParaRPr lang="tr-TR" sz="2400" dirty="0" smtClean="0">
              <a:solidFill>
                <a:srgbClr val="212121"/>
              </a:solidFill>
              <a:latin typeface="Times New Roman" panose="02020603050405020304" pitchFamily="18" charset="0"/>
              <a:cs typeface="Times New Roman" panose="02020603050405020304" pitchFamily="18" charset="0"/>
            </a:endParaRPr>
          </a:p>
          <a:p>
            <a:pPr algn="just">
              <a:buFont typeface="+mj-lt"/>
              <a:buAutoNum type="arabicPeriod"/>
            </a:pPr>
            <a:r>
              <a:rPr lang="tr-TR" sz="2400" b="1" dirty="0" smtClean="0">
                <a:solidFill>
                  <a:srgbClr val="212121"/>
                </a:solidFill>
                <a:latin typeface="Times New Roman" panose="02020603050405020304" pitchFamily="18" charset="0"/>
                <a:cs typeface="Times New Roman" panose="02020603050405020304" pitchFamily="18" charset="0"/>
              </a:rPr>
              <a:t>Öğrenci </a:t>
            </a:r>
            <a:r>
              <a:rPr lang="tr-TR" sz="2400" b="1" dirty="0">
                <a:solidFill>
                  <a:srgbClr val="212121"/>
                </a:solidFill>
                <a:latin typeface="Times New Roman" panose="02020603050405020304" pitchFamily="18" charset="0"/>
                <a:cs typeface="Times New Roman" panose="02020603050405020304" pitchFamily="18" charset="0"/>
              </a:rPr>
              <a:t>Deneyleri:</a:t>
            </a:r>
            <a:r>
              <a:rPr lang="tr-TR" sz="2400" dirty="0">
                <a:solidFill>
                  <a:srgbClr val="212121"/>
                </a:solidFill>
                <a:latin typeface="Times New Roman" panose="02020603050405020304" pitchFamily="18" charset="0"/>
                <a:cs typeface="Times New Roman" panose="02020603050405020304" pitchFamily="18" charset="0"/>
              </a:rPr>
              <a:t> Öğretimde en çok tercih edilmesi gereken deney türüdür. Öğrenciyi </a:t>
            </a:r>
            <a:r>
              <a:rPr lang="tr-TR" sz="2400" dirty="0" smtClean="0">
                <a:solidFill>
                  <a:srgbClr val="212121"/>
                </a:solidFill>
                <a:latin typeface="Times New Roman" panose="02020603050405020304" pitchFamily="18" charset="0"/>
                <a:cs typeface="Times New Roman" panose="02020603050405020304" pitchFamily="18" charset="0"/>
              </a:rPr>
              <a:t>aktif olmasını sağlar. </a:t>
            </a:r>
            <a:r>
              <a:rPr lang="tr-TR" sz="2400" dirty="0">
                <a:solidFill>
                  <a:srgbClr val="212121"/>
                </a:solidFill>
                <a:latin typeface="Times New Roman" panose="02020603050405020304" pitchFamily="18" charset="0"/>
                <a:cs typeface="Times New Roman" panose="02020603050405020304" pitchFamily="18" charset="0"/>
              </a:rPr>
              <a:t>Öğrenciyi deneye teşvik etmek, deneyin önemini anlatmak ve deney planını ve uygulamasını yaptırmak önemlidir</a:t>
            </a:r>
            <a:r>
              <a:rPr lang="tr-TR" sz="2400" dirty="0" smtClean="0">
                <a:solidFill>
                  <a:srgbClr val="212121"/>
                </a:solidFill>
                <a:latin typeface="Times New Roman" panose="02020603050405020304" pitchFamily="18" charset="0"/>
                <a:cs typeface="Times New Roman" panose="02020603050405020304" pitchFamily="18" charset="0"/>
              </a:rPr>
              <a:t>.</a:t>
            </a:r>
            <a:endParaRPr lang="tr-TR" sz="2400" dirty="0">
              <a:solidFill>
                <a:srgbClr val="212121"/>
              </a:solidFill>
              <a:latin typeface="Times New Roman" panose="02020603050405020304" pitchFamily="18" charset="0"/>
              <a:cs typeface="Times New Roman" panose="02020603050405020304" pitchFamily="18" charset="0"/>
            </a:endParaRPr>
          </a:p>
          <a:p>
            <a:pPr algn="just"/>
            <a:r>
              <a:rPr lang="tr-TR" sz="2400" dirty="0" smtClean="0">
                <a:solidFill>
                  <a:srgbClr val="212121"/>
                </a:solidFill>
                <a:latin typeface="Times New Roman" panose="02020603050405020304" pitchFamily="18" charset="0"/>
                <a:cs typeface="Times New Roman" panose="02020603050405020304" pitchFamily="18" charset="0"/>
              </a:rPr>
              <a:t>	Öğrenci </a:t>
            </a:r>
            <a:r>
              <a:rPr lang="tr-TR" sz="2400" dirty="0">
                <a:solidFill>
                  <a:srgbClr val="212121"/>
                </a:solidFill>
                <a:latin typeface="Times New Roman" panose="02020603050405020304" pitchFamily="18" charset="0"/>
                <a:cs typeface="Times New Roman" panose="02020603050405020304" pitchFamily="18" charset="0"/>
              </a:rPr>
              <a:t>deneyleri, </a:t>
            </a:r>
            <a:r>
              <a:rPr lang="tr-TR" sz="2400" b="1" u="sng" dirty="0">
                <a:solidFill>
                  <a:srgbClr val="212121"/>
                </a:solidFill>
                <a:latin typeface="Times New Roman" panose="02020603050405020304" pitchFamily="18" charset="0"/>
                <a:cs typeface="Times New Roman" panose="02020603050405020304" pitchFamily="18" charset="0"/>
              </a:rPr>
              <a:t>öğrencilerin en az uygulama düzeyindeki kazanımlara ulaşmasını sağlamak için gerçekleştirilir.</a:t>
            </a:r>
            <a:endParaRPr lang="tr-TR" sz="2400" b="0" i="0" dirty="0">
              <a:solidFill>
                <a:srgbClr val="21212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8857572"/>
      </p:ext>
    </p:extLst>
  </p:cSld>
  <p:clrMapOvr>
    <a:masterClrMapping/>
  </p:clrMapOvr>
  <p:transition>
    <p:newsfla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1"/>
          <p:cNvSpPr txBox="1">
            <a:spLocks/>
          </p:cNvSpPr>
          <p:nvPr/>
        </p:nvSpPr>
        <p:spPr bwMode="auto">
          <a:xfrm>
            <a:off x="899592" y="404664"/>
            <a:ext cx="7416824" cy="576064"/>
          </a:xfrm>
          <a:prstGeom prst="rect">
            <a:avLst/>
          </a:prstGeom>
          <a:noFill/>
          <a:ln w="412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514363" rtl="0" eaLnBrk="1" fontAlgn="base" latinLnBrk="0" hangingPunct="1">
              <a:lnSpc>
                <a:spcPct val="90000"/>
              </a:lnSpc>
              <a:spcBef>
                <a:spcPct val="0"/>
              </a:spcBef>
              <a:spcAft>
                <a:spcPct val="0"/>
              </a:spcAft>
              <a:buClrTx/>
              <a:buSzTx/>
              <a:buFontTx/>
              <a:buNone/>
              <a:tabLst/>
              <a:defRPr/>
            </a:pPr>
            <a:r>
              <a:rPr lang="tr-TR" altLang="tr-TR" sz="3200" b="1" dirty="0">
                <a:solidFill>
                  <a:srgbClr val="002060"/>
                </a:solidFill>
                <a:latin typeface="Times New Roman" panose="02020603050405020304" pitchFamily="18" charset="0"/>
                <a:cs typeface="Times New Roman" panose="02020603050405020304" pitchFamily="18" charset="0"/>
              </a:rPr>
              <a:t>4</a:t>
            </a:r>
            <a:r>
              <a:rPr kumimoji="0" lang="tr-TR" altLang="tr-TR" sz="3200" b="1" i="0" u="none" strike="noStrike" kern="1200" cap="none" spc="0" normalizeH="0" baseline="0" noProof="0" dirty="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lang="tr-TR" altLang="tr-TR" sz="3200" b="1" dirty="0" smtClean="0">
                <a:solidFill>
                  <a:srgbClr val="002060"/>
                </a:solidFill>
                <a:latin typeface="Times New Roman" panose="02020603050405020304" pitchFamily="18" charset="0"/>
                <a:cs typeface="Times New Roman" panose="02020603050405020304" pitchFamily="18" charset="0"/>
              </a:rPr>
              <a:t>Deneyler</a:t>
            </a:r>
            <a:endParaRPr kumimoji="0" lang="tr-TR" altLang="tr-TR" sz="32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2" name="Dikdörtgen 1"/>
          <p:cNvSpPr/>
          <p:nvPr/>
        </p:nvSpPr>
        <p:spPr>
          <a:xfrm>
            <a:off x="323528" y="1700808"/>
            <a:ext cx="8136904" cy="2339102"/>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000000"/>
              </a:solidFill>
              <a:effectLst/>
              <a:uLnTx/>
              <a:uFillTx/>
              <a:latin typeface="Constantia"/>
              <a:ea typeface="+mn-ea"/>
              <a:cs typeface="+mn-cs"/>
            </a:endParaRPr>
          </a:p>
        </p:txBody>
      </p:sp>
      <p:sp>
        <p:nvSpPr>
          <p:cNvPr id="4" name="Dikdörtgen 3"/>
          <p:cNvSpPr/>
          <p:nvPr/>
        </p:nvSpPr>
        <p:spPr>
          <a:xfrm>
            <a:off x="395536" y="1412776"/>
            <a:ext cx="8424936" cy="4893647"/>
          </a:xfrm>
          <a:prstGeom prst="rect">
            <a:avLst/>
          </a:prstGeom>
          <a:ln w="28575">
            <a:solidFill>
              <a:srgbClr val="00B050"/>
            </a:solidFill>
          </a:ln>
        </p:spPr>
        <p:txBody>
          <a:bodyPr wrap="square">
            <a:spAutoFit/>
          </a:bodyPr>
          <a:lstStyle/>
          <a:p>
            <a:pPr algn="just"/>
            <a:r>
              <a:rPr lang="tr-TR" sz="2400" b="1" dirty="0" smtClean="0">
                <a:solidFill>
                  <a:srgbClr val="000000"/>
                </a:solidFill>
                <a:latin typeface="Times New Roman" panose="02020603050405020304" pitchFamily="18" charset="0"/>
                <a:cs typeface="Times New Roman" panose="02020603050405020304" pitchFamily="18" charset="0"/>
              </a:rPr>
              <a:t>	Bir </a:t>
            </a:r>
            <a:r>
              <a:rPr lang="tr-TR" sz="2400" b="1" dirty="0">
                <a:solidFill>
                  <a:srgbClr val="000000"/>
                </a:solidFill>
                <a:latin typeface="Times New Roman" panose="02020603050405020304" pitchFamily="18" charset="0"/>
                <a:cs typeface="Times New Roman" panose="02020603050405020304" pitchFamily="18" charset="0"/>
              </a:rPr>
              <a:t>deneyin </a:t>
            </a:r>
            <a:r>
              <a:rPr lang="tr-TR" sz="2400" b="1" dirty="0" smtClean="0">
                <a:solidFill>
                  <a:srgbClr val="000000"/>
                </a:solidFill>
                <a:latin typeface="Times New Roman" panose="02020603050405020304" pitchFamily="18" charset="0"/>
                <a:cs typeface="Times New Roman" panose="02020603050405020304" pitchFamily="18" charset="0"/>
              </a:rPr>
              <a:t>yapılırken </a:t>
            </a:r>
            <a:r>
              <a:rPr lang="tr-TR" sz="2400" b="1" dirty="0">
                <a:solidFill>
                  <a:srgbClr val="000000"/>
                </a:solidFill>
                <a:latin typeface="Times New Roman" panose="02020603050405020304" pitchFamily="18" charset="0"/>
                <a:cs typeface="Times New Roman" panose="02020603050405020304" pitchFamily="18" charset="0"/>
              </a:rPr>
              <a:t>aşağıda verilen işlem basamaklarının kullanılması önerilir</a:t>
            </a:r>
            <a:r>
              <a:rPr lang="tr-TR" sz="2400" b="1" dirty="0" smtClean="0">
                <a:solidFill>
                  <a:srgbClr val="000000"/>
                </a:solidFill>
                <a:latin typeface="Times New Roman" panose="02020603050405020304" pitchFamily="18" charset="0"/>
                <a:cs typeface="Times New Roman" panose="02020603050405020304" pitchFamily="18" charset="0"/>
              </a:rPr>
              <a:t>.</a:t>
            </a:r>
          </a:p>
          <a:p>
            <a:pPr algn="just"/>
            <a:endParaRPr lang="tr-TR" sz="2400" b="1"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tr-TR" sz="2400" dirty="0">
                <a:solidFill>
                  <a:srgbClr val="000000"/>
                </a:solidFill>
                <a:latin typeface="Times New Roman" panose="02020603050405020304" pitchFamily="18" charset="0"/>
                <a:cs typeface="Times New Roman" panose="02020603050405020304" pitchFamily="18" charset="0"/>
              </a:rPr>
              <a:t>Deneylerin kazanımlarının belirlenmesi </a:t>
            </a:r>
            <a:r>
              <a:rPr lang="tr-TR" sz="2400" dirty="0" smtClean="0">
                <a:solidFill>
                  <a:srgbClr val="000000"/>
                </a:solidFill>
                <a:latin typeface="Times New Roman" panose="02020603050405020304" pitchFamily="18" charset="0"/>
                <a:cs typeface="Times New Roman" panose="02020603050405020304" pitchFamily="18" charset="0"/>
              </a:rPr>
              <a:t>Deneyin </a:t>
            </a:r>
            <a:r>
              <a:rPr lang="tr-TR" sz="2400" dirty="0">
                <a:solidFill>
                  <a:srgbClr val="000000"/>
                </a:solidFill>
                <a:latin typeface="Times New Roman" panose="02020603050405020304" pitchFamily="18" charset="0"/>
                <a:cs typeface="Times New Roman" panose="02020603050405020304" pitchFamily="18" charset="0"/>
              </a:rPr>
              <a:t>konusu ve süresi belirlenerek uygun araç gereçler seçilir,</a:t>
            </a:r>
          </a:p>
          <a:p>
            <a:pPr marL="342900" indent="-342900" algn="just">
              <a:buFont typeface="Wingdings" panose="05000000000000000000" pitchFamily="2" charset="2"/>
              <a:buChar char="§"/>
            </a:pPr>
            <a:r>
              <a:rPr lang="tr-TR" sz="2400" dirty="0">
                <a:solidFill>
                  <a:srgbClr val="000000"/>
                </a:solidFill>
                <a:latin typeface="Times New Roman" panose="02020603050405020304" pitchFamily="18" charset="0"/>
                <a:cs typeface="Times New Roman" panose="02020603050405020304" pitchFamily="18" charset="0"/>
              </a:rPr>
              <a:t>Deneyin işlem basamakları belirlenir,</a:t>
            </a:r>
          </a:p>
          <a:p>
            <a:pPr marL="342900" indent="-342900" algn="just">
              <a:buFont typeface="Wingdings" panose="05000000000000000000" pitchFamily="2" charset="2"/>
              <a:buChar char="§"/>
            </a:pPr>
            <a:r>
              <a:rPr lang="tr-TR" sz="2400" dirty="0">
                <a:solidFill>
                  <a:srgbClr val="000000"/>
                </a:solidFill>
                <a:latin typeface="Times New Roman" panose="02020603050405020304" pitchFamily="18" charset="0"/>
                <a:cs typeface="Times New Roman" panose="02020603050405020304" pitchFamily="18" charset="0"/>
              </a:rPr>
              <a:t>Deney düzeneği kurulur,</a:t>
            </a:r>
          </a:p>
          <a:p>
            <a:pPr marL="342900" indent="-342900" algn="just">
              <a:buFont typeface="Wingdings" panose="05000000000000000000" pitchFamily="2" charset="2"/>
              <a:buChar char="§"/>
            </a:pPr>
            <a:r>
              <a:rPr lang="tr-TR" sz="2400" dirty="0">
                <a:solidFill>
                  <a:srgbClr val="000000"/>
                </a:solidFill>
                <a:latin typeface="Times New Roman" panose="02020603050405020304" pitchFamily="18" charset="0"/>
                <a:cs typeface="Times New Roman" panose="02020603050405020304" pitchFamily="18" charset="0"/>
              </a:rPr>
              <a:t>Güvenlik tedbirleri alınır,</a:t>
            </a:r>
          </a:p>
          <a:p>
            <a:pPr marL="342900" indent="-342900" algn="just">
              <a:buFont typeface="Wingdings" panose="05000000000000000000" pitchFamily="2" charset="2"/>
              <a:buChar char="§"/>
            </a:pPr>
            <a:r>
              <a:rPr lang="tr-TR" sz="2400" dirty="0" smtClean="0">
                <a:solidFill>
                  <a:srgbClr val="000000"/>
                </a:solidFill>
                <a:latin typeface="Times New Roman" panose="02020603050405020304" pitchFamily="18" charset="0"/>
                <a:cs typeface="Times New Roman" panose="02020603050405020304" pitchFamily="18" charset="0"/>
              </a:rPr>
              <a:t>Deney düzeneği çalıştırılır,</a:t>
            </a:r>
          </a:p>
          <a:p>
            <a:pPr marL="342900" indent="-342900" algn="just">
              <a:buFont typeface="Wingdings" panose="05000000000000000000" pitchFamily="2" charset="2"/>
              <a:buChar char="§"/>
            </a:pPr>
            <a:r>
              <a:rPr lang="tr-TR" sz="2400" dirty="0" smtClean="0">
                <a:solidFill>
                  <a:srgbClr val="000000"/>
                </a:solidFill>
                <a:latin typeface="Times New Roman" panose="02020603050405020304" pitchFamily="18" charset="0"/>
                <a:cs typeface="Times New Roman" panose="02020603050405020304" pitchFamily="18" charset="0"/>
              </a:rPr>
              <a:t>Süre </a:t>
            </a:r>
            <a:r>
              <a:rPr lang="tr-TR" sz="2400" dirty="0">
                <a:solidFill>
                  <a:srgbClr val="000000"/>
                </a:solidFill>
                <a:latin typeface="Times New Roman" panose="02020603050405020304" pitchFamily="18" charset="0"/>
                <a:cs typeface="Times New Roman" panose="02020603050405020304" pitchFamily="18" charset="0"/>
              </a:rPr>
              <a:t>dikkatli bir şekilde kullanılır,</a:t>
            </a:r>
          </a:p>
          <a:p>
            <a:pPr marL="342900" indent="-342900" algn="just">
              <a:buFont typeface="Wingdings" panose="05000000000000000000" pitchFamily="2" charset="2"/>
              <a:buChar char="§"/>
            </a:pPr>
            <a:r>
              <a:rPr lang="tr-TR" sz="2400" dirty="0">
                <a:solidFill>
                  <a:srgbClr val="000000"/>
                </a:solidFill>
                <a:latin typeface="Times New Roman" panose="02020603050405020304" pitchFamily="18" charset="0"/>
                <a:cs typeface="Times New Roman" panose="02020603050405020304" pitchFamily="18" charset="0"/>
              </a:rPr>
              <a:t>Deney süresince gözlem yapılır,</a:t>
            </a:r>
          </a:p>
          <a:p>
            <a:pPr marL="342900" indent="-342900" algn="just">
              <a:buFont typeface="Wingdings" panose="05000000000000000000" pitchFamily="2" charset="2"/>
              <a:buChar char="§"/>
            </a:pPr>
            <a:r>
              <a:rPr lang="tr-TR" sz="2400" dirty="0">
                <a:solidFill>
                  <a:srgbClr val="000000"/>
                </a:solidFill>
                <a:latin typeface="Times New Roman" panose="02020603050405020304" pitchFamily="18" charset="0"/>
                <a:cs typeface="Times New Roman" panose="02020603050405020304" pitchFamily="18" charset="0"/>
              </a:rPr>
              <a:t>Sonuçlar alınarak kontrol edilir,</a:t>
            </a:r>
          </a:p>
          <a:p>
            <a:pPr marL="342900" indent="-342900" algn="just">
              <a:buFont typeface="Wingdings" panose="05000000000000000000" pitchFamily="2" charset="2"/>
              <a:buChar char="§"/>
            </a:pPr>
            <a:r>
              <a:rPr lang="tr-TR" sz="2400" dirty="0">
                <a:solidFill>
                  <a:srgbClr val="000000"/>
                </a:solidFill>
                <a:latin typeface="Times New Roman" panose="02020603050405020304" pitchFamily="18" charset="0"/>
                <a:cs typeface="Times New Roman" panose="02020603050405020304" pitchFamily="18" charset="0"/>
              </a:rPr>
              <a:t>Sonuçlar rapor halinde yazılır, sınıfa sunulur ve tartışılır.</a:t>
            </a:r>
            <a:endParaRPr lang="tr-TR"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7216496"/>
      </p:ext>
    </p:extLst>
  </p:cSld>
  <p:clrMapOvr>
    <a:masterClrMapping/>
  </p:clrMapOvr>
  <p:transition>
    <p:newsfla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1"/>
          <p:cNvSpPr txBox="1">
            <a:spLocks/>
          </p:cNvSpPr>
          <p:nvPr/>
        </p:nvSpPr>
        <p:spPr bwMode="auto">
          <a:xfrm>
            <a:off x="1151620" y="692696"/>
            <a:ext cx="6480720" cy="576064"/>
          </a:xfrm>
          <a:prstGeom prst="rect">
            <a:avLst/>
          </a:prstGeom>
          <a:noFill/>
          <a:ln w="412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514363" rtl="0" eaLnBrk="1" fontAlgn="base" latinLnBrk="0" hangingPunct="1">
              <a:lnSpc>
                <a:spcPct val="90000"/>
              </a:lnSpc>
              <a:spcBef>
                <a:spcPct val="0"/>
              </a:spcBef>
              <a:spcAft>
                <a:spcPct val="0"/>
              </a:spcAft>
              <a:buClrTx/>
              <a:buSzTx/>
              <a:buFontTx/>
              <a:buNone/>
              <a:tabLst/>
              <a:defRPr/>
            </a:pPr>
            <a:r>
              <a:rPr lang="tr-TR" altLang="tr-TR" sz="3200" b="1" dirty="0">
                <a:solidFill>
                  <a:srgbClr val="002060"/>
                </a:solidFill>
                <a:latin typeface="Times New Roman" panose="02020603050405020304" pitchFamily="18" charset="0"/>
                <a:cs typeface="Times New Roman" panose="02020603050405020304" pitchFamily="18" charset="0"/>
              </a:rPr>
              <a:t>4</a:t>
            </a:r>
            <a:r>
              <a:rPr kumimoji="0" lang="tr-TR" altLang="tr-TR" sz="3200" b="1" i="0" u="none" strike="noStrike" kern="1200" cap="none" spc="0" normalizeH="0" baseline="0" noProof="0" dirty="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Görüşme</a:t>
            </a:r>
            <a:endParaRPr kumimoji="0" lang="tr-TR" altLang="tr-TR" sz="32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2" name="Dikdörtgen 1"/>
          <p:cNvSpPr/>
          <p:nvPr/>
        </p:nvSpPr>
        <p:spPr>
          <a:xfrm>
            <a:off x="323528" y="1700808"/>
            <a:ext cx="8136904" cy="2339102"/>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000000"/>
              </a:solidFill>
              <a:effectLst/>
              <a:uLnTx/>
              <a:uFillTx/>
              <a:latin typeface="Constantia"/>
              <a:ea typeface="+mn-ea"/>
              <a:cs typeface="+mn-cs"/>
            </a:endParaRPr>
          </a:p>
        </p:txBody>
      </p:sp>
      <p:sp>
        <p:nvSpPr>
          <p:cNvPr id="3" name="Dikdörtgen 2"/>
          <p:cNvSpPr/>
          <p:nvPr/>
        </p:nvSpPr>
        <p:spPr>
          <a:xfrm>
            <a:off x="683568" y="1885474"/>
            <a:ext cx="7776864" cy="4308872"/>
          </a:xfrm>
          <a:prstGeom prst="rect">
            <a:avLst/>
          </a:prstGeom>
          <a:ln w="28575">
            <a:solidFill>
              <a:srgbClr val="00B050"/>
            </a:solidFill>
          </a:ln>
        </p:spPr>
        <p:txBody>
          <a:bodyPr wrap="square">
            <a:spAutoFit/>
          </a:bodyPr>
          <a:lstStyle/>
          <a:p>
            <a:pPr algn="just">
              <a:spcBef>
                <a:spcPts val="600"/>
              </a:spcBef>
              <a:spcAft>
                <a:spcPts val="600"/>
              </a:spcAft>
            </a:pPr>
            <a:r>
              <a:rPr lang="tr-TR" sz="2400" dirty="0">
                <a:solidFill>
                  <a:srgbClr val="212121"/>
                </a:solidFill>
                <a:latin typeface="Times New Roman" panose="02020603050405020304" pitchFamily="18" charset="0"/>
                <a:cs typeface="Times New Roman" panose="02020603050405020304" pitchFamily="18" charset="0"/>
              </a:rPr>
              <a:t>	</a:t>
            </a:r>
            <a:r>
              <a:rPr lang="tr-TR" sz="2400" dirty="0" smtClean="0">
                <a:solidFill>
                  <a:srgbClr val="000000"/>
                </a:solidFill>
                <a:latin typeface="Times New Roman" panose="02020603050405020304" pitchFamily="18" charset="0"/>
                <a:cs typeface="Times New Roman" panose="02020603050405020304" pitchFamily="18" charset="0"/>
              </a:rPr>
              <a:t>Görüşme</a:t>
            </a:r>
            <a:r>
              <a:rPr lang="tr-TR" sz="2400" dirty="0">
                <a:solidFill>
                  <a:srgbClr val="000000"/>
                </a:solidFill>
                <a:latin typeface="Times New Roman" panose="02020603050405020304" pitchFamily="18" charset="0"/>
                <a:cs typeface="Times New Roman" panose="02020603050405020304" pitchFamily="18" charset="0"/>
              </a:rPr>
              <a:t>, bir konuyla ilgili olarak bir ya da birkaç kişiden oluşan öğrenci grubunun, aileler, yerel yönetim liderleri, sivil toplum kuruluşlarının liderleri, işadamları ya da konu uzmanlarıyla yaptıkları bilgi alma tekniği olarak tanımlanabilir. </a:t>
            </a:r>
            <a:endParaRPr lang="tr-TR" sz="2400" dirty="0" smtClean="0">
              <a:solidFill>
                <a:srgbClr val="000000"/>
              </a:solidFill>
              <a:latin typeface="Times New Roman" panose="02020603050405020304" pitchFamily="18" charset="0"/>
              <a:cs typeface="Times New Roman" panose="02020603050405020304" pitchFamily="18" charset="0"/>
            </a:endParaRPr>
          </a:p>
          <a:p>
            <a:pPr algn="just">
              <a:spcBef>
                <a:spcPts val="600"/>
              </a:spcBef>
              <a:spcAft>
                <a:spcPts val="600"/>
              </a:spcAft>
            </a:pPr>
            <a:r>
              <a:rPr lang="tr-TR" sz="2400" dirty="0" smtClean="0">
                <a:solidFill>
                  <a:srgbClr val="000000"/>
                </a:solidFill>
                <a:latin typeface="Times New Roman" panose="02020603050405020304" pitchFamily="18" charset="0"/>
                <a:cs typeface="Times New Roman" panose="02020603050405020304" pitchFamily="18" charset="0"/>
              </a:rPr>
              <a:t>	Görüşme</a:t>
            </a:r>
            <a:r>
              <a:rPr lang="tr-TR" sz="2400" dirty="0">
                <a:solidFill>
                  <a:srgbClr val="000000"/>
                </a:solidFill>
                <a:latin typeface="Times New Roman" panose="02020603050405020304" pitchFamily="18" charset="0"/>
                <a:cs typeface="Times New Roman" panose="02020603050405020304" pitchFamily="18" charset="0"/>
              </a:rPr>
              <a:t>, belli bir konuda bilgi sahibi olan veya dersin amacına uygun olarak seçilen kişilerle karşılıklı diyalog yoluyla öğrenmeyi sağlar. Bu teknik, öğrencinin konu uzmanlarıyla dışarıda gerçekleşeceği gibi, sınıfa uzman getirerek de gerçekleşebilir. Derslerin zenginleştirilmesi amacıyla kullanılır</a:t>
            </a:r>
            <a:r>
              <a:rPr lang="tr-TR" sz="2400" dirty="0" smtClean="0">
                <a:solidFill>
                  <a:srgbClr val="00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27643531"/>
      </p:ext>
    </p:extLst>
  </p:cSld>
  <p:clrMapOvr>
    <a:masterClrMapping/>
  </p:clrMapOvr>
  <p:transition>
    <p:newsfla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1"/>
          <p:cNvSpPr txBox="1">
            <a:spLocks/>
          </p:cNvSpPr>
          <p:nvPr/>
        </p:nvSpPr>
        <p:spPr bwMode="auto">
          <a:xfrm>
            <a:off x="827584" y="548680"/>
            <a:ext cx="7128792" cy="576064"/>
          </a:xfrm>
          <a:prstGeom prst="rect">
            <a:avLst/>
          </a:prstGeom>
          <a:noFill/>
          <a:ln w="412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514363" rtl="0" eaLnBrk="1" fontAlgn="base" latinLnBrk="0" hangingPunct="1">
              <a:lnSpc>
                <a:spcPct val="90000"/>
              </a:lnSpc>
              <a:spcBef>
                <a:spcPct val="0"/>
              </a:spcBef>
              <a:spcAft>
                <a:spcPct val="0"/>
              </a:spcAft>
              <a:buClrTx/>
              <a:buSzTx/>
              <a:buFontTx/>
              <a:buNone/>
              <a:tabLst/>
              <a:defRPr/>
            </a:pPr>
            <a:r>
              <a:rPr lang="tr-TR" altLang="tr-TR" sz="3200" b="1" dirty="0" smtClean="0">
                <a:solidFill>
                  <a:srgbClr val="002060"/>
                </a:solidFill>
                <a:latin typeface="Times New Roman" panose="02020603050405020304" pitchFamily="18" charset="0"/>
                <a:cs typeface="Times New Roman" panose="02020603050405020304" pitchFamily="18" charset="0"/>
              </a:rPr>
              <a:t>4. Görüşme</a:t>
            </a:r>
            <a:endParaRPr kumimoji="0" lang="tr-TR" altLang="tr-TR" sz="32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2" name="Dikdörtgen 1"/>
          <p:cNvSpPr/>
          <p:nvPr/>
        </p:nvSpPr>
        <p:spPr>
          <a:xfrm>
            <a:off x="323528" y="1700808"/>
            <a:ext cx="8136904" cy="2339102"/>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000000"/>
              </a:solidFill>
              <a:effectLst/>
              <a:uLnTx/>
              <a:uFillTx/>
              <a:latin typeface="Constantia"/>
              <a:ea typeface="+mn-ea"/>
              <a:cs typeface="+mn-cs"/>
            </a:endParaRPr>
          </a:p>
        </p:txBody>
      </p:sp>
      <p:sp>
        <p:nvSpPr>
          <p:cNvPr id="3" name="Dikdörtgen 2"/>
          <p:cNvSpPr/>
          <p:nvPr/>
        </p:nvSpPr>
        <p:spPr>
          <a:xfrm>
            <a:off x="539552" y="1484784"/>
            <a:ext cx="8136904" cy="4985980"/>
          </a:xfrm>
          <a:prstGeom prst="rect">
            <a:avLst/>
          </a:prstGeom>
          <a:ln w="28575">
            <a:solidFill>
              <a:srgbClr val="00B050"/>
            </a:solidFill>
          </a:ln>
        </p:spPr>
        <p:txBody>
          <a:bodyPr wrap="square">
            <a:spAutoFit/>
          </a:bodyPr>
          <a:lstStyle/>
          <a:p>
            <a:pPr algn="just">
              <a:spcBef>
                <a:spcPts val="600"/>
              </a:spcBef>
              <a:spcAft>
                <a:spcPts val="600"/>
              </a:spcAft>
            </a:pPr>
            <a:r>
              <a:rPr lang="tr-TR" sz="2400" dirty="0" smtClean="0">
                <a:solidFill>
                  <a:srgbClr val="000000"/>
                </a:solidFill>
                <a:latin typeface="Times New Roman" panose="02020603050405020304" pitchFamily="18" charset="0"/>
                <a:cs typeface="Times New Roman" panose="02020603050405020304" pitchFamily="18" charset="0"/>
              </a:rPr>
              <a:t>	</a:t>
            </a:r>
            <a:r>
              <a:rPr lang="tr-TR" sz="2400" b="1" dirty="0" smtClean="0">
                <a:solidFill>
                  <a:srgbClr val="000000"/>
                </a:solidFill>
                <a:latin typeface="Times New Roman" panose="02020603050405020304" pitchFamily="18" charset="0"/>
                <a:cs typeface="Times New Roman" panose="02020603050405020304" pitchFamily="18" charset="0"/>
              </a:rPr>
              <a:t>Görüşme </a:t>
            </a:r>
            <a:r>
              <a:rPr lang="tr-TR" sz="2400" b="1" dirty="0">
                <a:solidFill>
                  <a:srgbClr val="000000"/>
                </a:solidFill>
                <a:latin typeface="Times New Roman" panose="02020603050405020304" pitchFamily="18" charset="0"/>
                <a:cs typeface="Times New Roman" panose="02020603050405020304" pitchFamily="18" charset="0"/>
              </a:rPr>
              <a:t>tekniğinin uygulanmasında aşağıda belirtilen adımların kullanılması uygundur</a:t>
            </a:r>
            <a:r>
              <a:rPr lang="tr-TR" sz="2400" dirty="0" smtClean="0">
                <a:solidFill>
                  <a:srgbClr val="000000"/>
                </a:solidFill>
                <a:latin typeface="Times New Roman" panose="02020603050405020304" pitchFamily="18" charset="0"/>
                <a:cs typeface="Times New Roman" panose="02020603050405020304" pitchFamily="18" charset="0"/>
              </a:rPr>
              <a:t>.</a:t>
            </a:r>
            <a:endParaRPr lang="tr-TR" sz="2400" dirty="0">
              <a:solidFill>
                <a:srgbClr val="000000"/>
              </a:solidFill>
              <a:latin typeface="Times New Roman" panose="02020603050405020304" pitchFamily="18" charset="0"/>
              <a:cs typeface="Times New Roman" panose="02020603050405020304" pitchFamily="18" charset="0"/>
            </a:endParaRPr>
          </a:p>
          <a:p>
            <a:pPr marL="342900" indent="-342900" algn="just">
              <a:spcAft>
                <a:spcPts val="600"/>
              </a:spcAft>
              <a:buFont typeface="Wingdings" panose="05000000000000000000" pitchFamily="2" charset="2"/>
              <a:buChar char="§"/>
            </a:pPr>
            <a:r>
              <a:rPr lang="tr-TR" sz="2400" dirty="0">
                <a:solidFill>
                  <a:srgbClr val="000000"/>
                </a:solidFill>
                <a:latin typeface="Times New Roman" panose="02020603050405020304" pitchFamily="18" charset="0"/>
                <a:cs typeface="Times New Roman" panose="02020603050405020304" pitchFamily="18" charset="0"/>
              </a:rPr>
              <a:t>Görüşmenin planı yapılmalıdır,</a:t>
            </a:r>
          </a:p>
          <a:p>
            <a:pPr marL="342900" indent="-342900" algn="just">
              <a:spcAft>
                <a:spcPts val="600"/>
              </a:spcAft>
              <a:buFont typeface="Wingdings" panose="05000000000000000000" pitchFamily="2" charset="2"/>
              <a:buChar char="§"/>
            </a:pPr>
            <a:r>
              <a:rPr lang="tr-TR" sz="2400" dirty="0">
                <a:solidFill>
                  <a:srgbClr val="000000"/>
                </a:solidFill>
                <a:latin typeface="Times New Roman" panose="02020603050405020304" pitchFamily="18" charset="0"/>
                <a:cs typeface="Times New Roman" panose="02020603050405020304" pitchFamily="18" charset="0"/>
              </a:rPr>
              <a:t>Görüşmenin nasıl yapılacağı öğretilmelidir,</a:t>
            </a:r>
          </a:p>
          <a:p>
            <a:pPr marL="342900" indent="-342900" algn="just">
              <a:spcAft>
                <a:spcPts val="600"/>
              </a:spcAft>
              <a:buFont typeface="Wingdings" panose="05000000000000000000" pitchFamily="2" charset="2"/>
              <a:buChar char="§"/>
            </a:pPr>
            <a:r>
              <a:rPr lang="tr-TR" sz="2400" dirty="0">
                <a:solidFill>
                  <a:srgbClr val="000000"/>
                </a:solidFill>
                <a:latin typeface="Times New Roman" panose="02020603050405020304" pitchFamily="18" charset="0"/>
                <a:cs typeface="Times New Roman" panose="02020603050405020304" pitchFamily="18" charset="0"/>
              </a:rPr>
              <a:t>Görüşmelerden önce öğrencilerin soru hazırlamaları, görüşülecek kişiden randevu almaları ve görüşme sırasında tarafsız olmaları sağlanmalıdır,</a:t>
            </a:r>
          </a:p>
          <a:p>
            <a:pPr marL="342900" indent="-342900" algn="just">
              <a:spcAft>
                <a:spcPts val="600"/>
              </a:spcAft>
              <a:buFont typeface="Wingdings" panose="05000000000000000000" pitchFamily="2" charset="2"/>
              <a:buChar char="§"/>
            </a:pPr>
            <a:r>
              <a:rPr lang="tr-TR" sz="2400" dirty="0">
                <a:solidFill>
                  <a:srgbClr val="000000"/>
                </a:solidFill>
                <a:latin typeface="Times New Roman" panose="02020603050405020304" pitchFamily="18" charset="0"/>
                <a:cs typeface="Times New Roman" panose="02020603050405020304" pitchFamily="18" charset="0"/>
              </a:rPr>
              <a:t>Öğrencilere görüşmelere hazırlık, uygulama ve sonuçları yazma için yeterli zaman verilmelidir,</a:t>
            </a:r>
          </a:p>
          <a:p>
            <a:pPr marL="342900" indent="-342900" algn="just">
              <a:spcAft>
                <a:spcPts val="600"/>
              </a:spcAft>
              <a:buFont typeface="Wingdings" panose="05000000000000000000" pitchFamily="2" charset="2"/>
              <a:buChar char="§"/>
            </a:pPr>
            <a:r>
              <a:rPr lang="tr-TR" sz="2400" dirty="0">
                <a:solidFill>
                  <a:srgbClr val="000000"/>
                </a:solidFill>
                <a:latin typeface="Times New Roman" panose="02020603050405020304" pitchFamily="18" charset="0"/>
                <a:cs typeface="Times New Roman" panose="02020603050405020304" pitchFamily="18" charset="0"/>
              </a:rPr>
              <a:t>Görüşme sonuçları yazılı ödev şeklinde hazırlanmalıdır,</a:t>
            </a:r>
          </a:p>
          <a:p>
            <a:pPr marL="342900" indent="-342900" algn="just">
              <a:spcAft>
                <a:spcPts val="600"/>
              </a:spcAft>
              <a:buFont typeface="Wingdings" panose="05000000000000000000" pitchFamily="2" charset="2"/>
              <a:buChar char="§"/>
            </a:pPr>
            <a:r>
              <a:rPr lang="tr-TR" sz="2400" dirty="0">
                <a:solidFill>
                  <a:srgbClr val="000000"/>
                </a:solidFill>
                <a:latin typeface="Times New Roman" panose="02020603050405020304" pitchFamily="18" charset="0"/>
                <a:cs typeface="Times New Roman" panose="02020603050405020304" pitchFamily="18" charset="0"/>
              </a:rPr>
              <a:t>Görüşmeler büyük ya da küçük gruplarca sınıfta tartışılmalıdır.</a:t>
            </a:r>
            <a:endParaRPr lang="tr-TR"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7525527"/>
      </p:ext>
    </p:extLst>
  </p:cSld>
  <p:clrMapOvr>
    <a:masterClrMapping/>
  </p:clrMapOvr>
  <p:transition>
    <p:newsfla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1"/>
          <p:cNvSpPr txBox="1">
            <a:spLocks/>
          </p:cNvSpPr>
          <p:nvPr/>
        </p:nvSpPr>
        <p:spPr bwMode="auto">
          <a:xfrm>
            <a:off x="827584" y="548680"/>
            <a:ext cx="7128792" cy="576064"/>
          </a:xfrm>
          <a:prstGeom prst="rect">
            <a:avLst/>
          </a:prstGeom>
          <a:noFill/>
          <a:ln w="412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514363" rtl="0" eaLnBrk="1" fontAlgn="base" latinLnBrk="0" hangingPunct="1">
              <a:lnSpc>
                <a:spcPct val="90000"/>
              </a:lnSpc>
              <a:spcBef>
                <a:spcPct val="0"/>
              </a:spcBef>
              <a:spcAft>
                <a:spcPct val="0"/>
              </a:spcAft>
              <a:buClrTx/>
              <a:buSzTx/>
              <a:buFontTx/>
              <a:buNone/>
              <a:tabLst/>
              <a:defRPr/>
            </a:pPr>
            <a:r>
              <a:rPr lang="tr-TR" altLang="tr-TR" sz="3200" b="1" dirty="0">
                <a:solidFill>
                  <a:srgbClr val="002060"/>
                </a:solidFill>
                <a:latin typeface="Times New Roman" panose="02020603050405020304" pitchFamily="18" charset="0"/>
                <a:cs typeface="Times New Roman" panose="02020603050405020304" pitchFamily="18" charset="0"/>
              </a:rPr>
              <a:t>5</a:t>
            </a:r>
            <a:r>
              <a:rPr kumimoji="0" lang="tr-TR" altLang="tr-TR" sz="3200" b="1" i="0" u="none" strike="noStrike" kern="1200" cap="none" spc="0" normalizeH="0" baseline="0" noProof="0" dirty="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lang="tr-TR" altLang="tr-TR" sz="3200" b="1" dirty="0" smtClean="0">
                <a:solidFill>
                  <a:srgbClr val="002060"/>
                </a:solidFill>
                <a:latin typeface="Times New Roman" panose="02020603050405020304" pitchFamily="18" charset="0"/>
                <a:cs typeface="Times New Roman" panose="02020603050405020304" pitchFamily="18" charset="0"/>
              </a:rPr>
              <a:t>Sergiler</a:t>
            </a:r>
            <a:endParaRPr kumimoji="0" lang="tr-TR" altLang="tr-TR" sz="32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2" name="Dikdörtgen 1"/>
          <p:cNvSpPr/>
          <p:nvPr/>
        </p:nvSpPr>
        <p:spPr>
          <a:xfrm>
            <a:off x="323528" y="1700808"/>
            <a:ext cx="8136904" cy="2339102"/>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000000"/>
              </a:solidFill>
              <a:effectLst/>
              <a:uLnTx/>
              <a:uFillTx/>
              <a:latin typeface="Constantia"/>
              <a:ea typeface="+mn-ea"/>
              <a:cs typeface="+mn-cs"/>
            </a:endParaRPr>
          </a:p>
        </p:txBody>
      </p:sp>
      <p:sp>
        <p:nvSpPr>
          <p:cNvPr id="3" name="Dikdörtgen 2"/>
          <p:cNvSpPr/>
          <p:nvPr/>
        </p:nvSpPr>
        <p:spPr>
          <a:xfrm>
            <a:off x="827584" y="1885474"/>
            <a:ext cx="7632848" cy="4308872"/>
          </a:xfrm>
          <a:prstGeom prst="rect">
            <a:avLst/>
          </a:prstGeom>
          <a:ln w="28575">
            <a:solidFill>
              <a:srgbClr val="00B050"/>
            </a:solidFill>
          </a:ln>
        </p:spPr>
        <p:txBody>
          <a:bodyPr wrap="square">
            <a:spAutoFit/>
          </a:bodyPr>
          <a:lstStyle/>
          <a:p>
            <a:pPr lvl="0" algn="just">
              <a:spcBef>
                <a:spcPts val="600"/>
              </a:spcBef>
              <a:spcAft>
                <a:spcPts val="600"/>
              </a:spcAft>
            </a:pPr>
            <a:r>
              <a:rPr lang="tr-TR" sz="2400" dirty="0">
                <a:solidFill>
                  <a:srgbClr val="000000"/>
                </a:solidFill>
                <a:latin typeface="Times New Roman" panose="02020603050405020304" pitchFamily="18" charset="0"/>
                <a:cs typeface="Times New Roman" panose="02020603050405020304" pitchFamily="18" charset="0"/>
              </a:rPr>
              <a:t>	</a:t>
            </a:r>
            <a:r>
              <a:rPr lang="tr-TR" sz="2400" dirty="0" smtClean="0">
                <a:solidFill>
                  <a:srgbClr val="000000"/>
                </a:solidFill>
                <a:latin typeface="Times New Roman" panose="02020603050405020304" pitchFamily="18" charset="0"/>
                <a:cs typeface="Times New Roman" panose="02020603050405020304" pitchFamily="18" charset="0"/>
              </a:rPr>
              <a:t>Öğrencilerin </a:t>
            </a:r>
            <a:r>
              <a:rPr lang="tr-TR" sz="2400" dirty="0">
                <a:solidFill>
                  <a:srgbClr val="000000"/>
                </a:solidFill>
                <a:latin typeface="Times New Roman" panose="02020603050405020304" pitchFamily="18" charset="0"/>
                <a:cs typeface="Times New Roman" panose="02020603050405020304" pitchFamily="18" charset="0"/>
              </a:rPr>
              <a:t>gezerek görmeleri ve tanımalarına fırsat vermek için birçok çalışmanın, resim, heykel, deney, maket, proje, sanat eserleri, izleyicilere sunulmasına sergi denir.</a:t>
            </a:r>
            <a:r>
              <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	</a:t>
            </a:r>
          </a:p>
          <a:p>
            <a:pPr lvl="0" algn="just">
              <a:spcBef>
                <a:spcPts val="600"/>
              </a:spcBef>
              <a:spcAft>
                <a:spcPts val="600"/>
              </a:spcAft>
            </a:pPr>
            <a:r>
              <a:rPr lang="tr-TR" sz="2400" dirty="0" smtClean="0">
                <a:solidFill>
                  <a:srgbClr val="000000"/>
                </a:solidFill>
                <a:latin typeface="Times New Roman" panose="02020603050405020304" pitchFamily="18" charset="0"/>
                <a:cs typeface="Times New Roman" panose="02020603050405020304" pitchFamily="18" charset="0"/>
              </a:rPr>
              <a:t>	Eğitim </a:t>
            </a:r>
            <a:r>
              <a:rPr lang="tr-TR" sz="2400" dirty="0">
                <a:solidFill>
                  <a:srgbClr val="000000"/>
                </a:solidFill>
                <a:latin typeface="Times New Roman" panose="02020603050405020304" pitchFamily="18" charset="0"/>
                <a:cs typeface="Times New Roman" panose="02020603050405020304" pitchFamily="18" charset="0"/>
              </a:rPr>
              <a:t>açısından sergi, bir konunun tanıtılması ya da bir öğretim etkinliğinin başkalarına duyurulması amacıyla düzenlenen ve görme yoluyla öğrenmeyi sağlayan bir öğretim tekniğidir</a:t>
            </a:r>
            <a:r>
              <a:rPr lang="tr-TR" sz="2400" dirty="0" smtClean="0">
                <a:solidFill>
                  <a:srgbClr val="000000"/>
                </a:solidFill>
                <a:latin typeface="Times New Roman" panose="02020603050405020304" pitchFamily="18" charset="0"/>
                <a:cs typeface="Times New Roman" panose="02020603050405020304" pitchFamily="18" charset="0"/>
              </a:rPr>
              <a:t>. Sınıflarda </a:t>
            </a:r>
            <a:r>
              <a:rPr lang="tr-TR" sz="2400" dirty="0">
                <a:solidFill>
                  <a:srgbClr val="000000"/>
                </a:solidFill>
                <a:latin typeface="Times New Roman" panose="02020603050405020304" pitchFamily="18" charset="0"/>
                <a:cs typeface="Times New Roman" panose="02020603050405020304" pitchFamily="18" charset="0"/>
              </a:rPr>
              <a:t>veya okullarda dönem veya yıl sonlarında düzenlenen sergiler, bu tekniğin uygulanmasına somut örneklerdir</a:t>
            </a:r>
            <a:r>
              <a:rPr lang="tr-TR" sz="2400" dirty="0" smtClean="0">
                <a:solidFill>
                  <a:srgbClr val="000000"/>
                </a:solidFill>
                <a:latin typeface="Times New Roman" panose="02020603050405020304" pitchFamily="18" charset="0"/>
                <a:cs typeface="Times New Roman" panose="02020603050405020304" pitchFamily="18" charset="0"/>
              </a:rPr>
              <a:t>. Bu </a:t>
            </a:r>
            <a:r>
              <a:rPr lang="tr-TR" sz="2400" dirty="0">
                <a:solidFill>
                  <a:srgbClr val="000000"/>
                </a:solidFill>
                <a:latin typeface="Times New Roman" panose="02020603050405020304" pitchFamily="18" charset="0"/>
                <a:cs typeface="Times New Roman" panose="02020603050405020304" pitchFamily="18" charset="0"/>
              </a:rPr>
              <a:t>sergiler öğrencilerin aktif katılımlarının yanı sıra, estetik ve artistik becerilerini de geliştirir. Kendilerine olan özgüvenlerini arttırır</a:t>
            </a:r>
            <a:r>
              <a:rPr lang="tr-TR" sz="2400" dirty="0" smtClean="0">
                <a:solidFill>
                  <a:srgbClr val="000000"/>
                </a:solidFill>
                <a:latin typeface="Times New Roman" panose="02020603050405020304" pitchFamily="18" charset="0"/>
                <a:cs typeface="Times New Roman" panose="02020603050405020304" pitchFamily="18" charset="0"/>
              </a:rPr>
              <a:t>.</a:t>
            </a: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4719932"/>
      </p:ext>
    </p:extLst>
  </p:cSld>
  <p:clrMapOvr>
    <a:masterClrMapping/>
  </p:clrMapOvr>
  <p:transition>
    <p:newsfla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1"/>
          <p:cNvSpPr txBox="1">
            <a:spLocks/>
          </p:cNvSpPr>
          <p:nvPr/>
        </p:nvSpPr>
        <p:spPr bwMode="auto">
          <a:xfrm>
            <a:off x="827584" y="548680"/>
            <a:ext cx="7128792" cy="576064"/>
          </a:xfrm>
          <a:prstGeom prst="rect">
            <a:avLst/>
          </a:prstGeom>
          <a:noFill/>
          <a:ln w="412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514363" rtl="0" eaLnBrk="1" fontAlgn="base" latinLnBrk="0" hangingPunct="1">
              <a:lnSpc>
                <a:spcPct val="90000"/>
              </a:lnSpc>
              <a:spcBef>
                <a:spcPct val="0"/>
              </a:spcBef>
              <a:spcAft>
                <a:spcPct val="0"/>
              </a:spcAft>
              <a:buClrTx/>
              <a:buSzTx/>
              <a:buFontTx/>
              <a:buNone/>
              <a:tabLst/>
              <a:defRPr/>
            </a:pPr>
            <a:r>
              <a:rPr kumimoji="0" lang="tr-TR" altLang="tr-TR" sz="32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5</a:t>
            </a:r>
            <a:r>
              <a:rPr kumimoji="0" lang="tr-TR" altLang="tr-TR" sz="3200" b="1" i="0" u="none" strike="noStrike" kern="1200" cap="none" spc="0" normalizeH="0" baseline="0" noProof="0" dirty="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Sergiler</a:t>
            </a:r>
            <a:endParaRPr kumimoji="0" lang="tr-TR" altLang="tr-TR" sz="32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2" name="Dikdörtgen 1"/>
          <p:cNvSpPr/>
          <p:nvPr/>
        </p:nvSpPr>
        <p:spPr>
          <a:xfrm>
            <a:off x="323528" y="1700808"/>
            <a:ext cx="8136904" cy="2339102"/>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000000"/>
              </a:solidFill>
              <a:effectLst/>
              <a:uLnTx/>
              <a:uFillTx/>
              <a:latin typeface="Constantia"/>
              <a:ea typeface="+mn-ea"/>
              <a:cs typeface="+mn-cs"/>
            </a:endParaRPr>
          </a:p>
        </p:txBody>
      </p:sp>
      <p:sp>
        <p:nvSpPr>
          <p:cNvPr id="3" name="Dikdörtgen 2"/>
          <p:cNvSpPr/>
          <p:nvPr/>
        </p:nvSpPr>
        <p:spPr>
          <a:xfrm>
            <a:off x="539552" y="1484784"/>
            <a:ext cx="8136904" cy="4708981"/>
          </a:xfrm>
          <a:prstGeom prst="rect">
            <a:avLst/>
          </a:prstGeom>
          <a:ln w="28575">
            <a:solidFill>
              <a:srgbClr val="00B050"/>
            </a:solidFill>
          </a:ln>
        </p:spPr>
        <p:txBody>
          <a:bodyPr wrap="square">
            <a:spAutoFit/>
          </a:bodyPr>
          <a:lstStyle/>
          <a:p>
            <a:pPr lvl="0" algn="just">
              <a:spcBef>
                <a:spcPts val="600"/>
              </a:spcBef>
              <a:spcAft>
                <a:spcPts val="600"/>
              </a:spcAft>
            </a:pPr>
            <a:r>
              <a:rPr lang="tr-TR" sz="2400" dirty="0" smtClean="0">
                <a:solidFill>
                  <a:srgbClr val="000000"/>
                </a:solidFill>
                <a:latin typeface="Times New Roman" panose="02020603050405020304" pitchFamily="18" charset="0"/>
                <a:cs typeface="Times New Roman" panose="02020603050405020304" pitchFamily="18" charset="0"/>
              </a:rPr>
              <a:t>	</a:t>
            </a:r>
            <a:r>
              <a:rPr lang="tr-TR" sz="2400" b="1" dirty="0" smtClean="0">
                <a:solidFill>
                  <a:srgbClr val="000000"/>
                </a:solidFill>
                <a:latin typeface="Times New Roman" panose="02020603050405020304" pitchFamily="18" charset="0"/>
                <a:cs typeface="Times New Roman" panose="02020603050405020304" pitchFamily="18" charset="0"/>
              </a:rPr>
              <a:t>Sergi tekniğinin </a:t>
            </a:r>
            <a:r>
              <a:rPr lang="tr-TR" sz="2400" b="1" dirty="0">
                <a:solidFill>
                  <a:srgbClr val="000000"/>
                </a:solidFill>
                <a:latin typeface="Times New Roman" panose="02020603050405020304" pitchFamily="18" charset="0"/>
                <a:cs typeface="Times New Roman" panose="02020603050405020304" pitchFamily="18" charset="0"/>
              </a:rPr>
              <a:t>uygulanmasında </a:t>
            </a:r>
            <a:r>
              <a:rPr lang="tr-TR" sz="2400" b="1" dirty="0" smtClean="0">
                <a:solidFill>
                  <a:srgbClr val="000000"/>
                </a:solidFill>
                <a:latin typeface="Times New Roman" panose="02020603050405020304" pitchFamily="18" charset="0"/>
                <a:cs typeface="Times New Roman" panose="02020603050405020304" pitchFamily="18" charset="0"/>
              </a:rPr>
              <a:t>uyulması gereken kurallar şunlardır;</a:t>
            </a:r>
          </a:p>
          <a:p>
            <a:pPr lvl="0" algn="just">
              <a:spcBef>
                <a:spcPts val="600"/>
              </a:spcBef>
              <a:spcAft>
                <a:spcPts val="600"/>
              </a:spcAft>
            </a:pPr>
            <a:endParaRPr lang="tr-TR" sz="2400" b="1" dirty="0" smtClean="0">
              <a:solidFill>
                <a:srgbClr val="000000"/>
              </a:solidFill>
              <a:latin typeface="Times New Roman" panose="02020603050405020304" pitchFamily="18" charset="0"/>
              <a:cs typeface="Times New Roman" panose="02020603050405020304" pitchFamily="18" charset="0"/>
            </a:endParaRPr>
          </a:p>
          <a:p>
            <a:pPr marL="342900" lvl="0" indent="-342900" algn="just">
              <a:spcBef>
                <a:spcPts val="600"/>
              </a:spcBef>
              <a:spcAft>
                <a:spcPts val="600"/>
              </a:spcAft>
              <a:buFont typeface="Wingdings" panose="05000000000000000000" pitchFamily="2" charset="2"/>
              <a:buChar char="§"/>
            </a:pPr>
            <a:r>
              <a:rPr lang="tr-TR" sz="2400" dirty="0" smtClean="0">
                <a:solidFill>
                  <a:srgbClr val="000000"/>
                </a:solidFill>
                <a:latin typeface="Times New Roman" panose="02020603050405020304" pitchFamily="18" charset="0"/>
                <a:cs typeface="Times New Roman" panose="02020603050405020304" pitchFamily="18" charset="0"/>
              </a:rPr>
              <a:t>Bu </a:t>
            </a:r>
            <a:r>
              <a:rPr lang="tr-TR" sz="2400" dirty="0">
                <a:solidFill>
                  <a:srgbClr val="000000"/>
                </a:solidFill>
                <a:latin typeface="Times New Roman" panose="02020603050405020304" pitchFamily="18" charset="0"/>
                <a:cs typeface="Times New Roman" panose="02020603050405020304" pitchFamily="18" charset="0"/>
              </a:rPr>
              <a:t>yüzden iyi bir planlama ve iş bölümü </a:t>
            </a:r>
            <a:r>
              <a:rPr lang="tr-TR" sz="2400" dirty="0" smtClean="0">
                <a:solidFill>
                  <a:srgbClr val="000000"/>
                </a:solidFill>
                <a:latin typeface="Times New Roman" panose="02020603050405020304" pitchFamily="18" charset="0"/>
                <a:cs typeface="Times New Roman" panose="02020603050405020304" pitchFamily="18" charset="0"/>
              </a:rPr>
              <a:t>yapılmalıdır.</a:t>
            </a:r>
          </a:p>
          <a:p>
            <a:pPr marL="342900" lvl="0" indent="-342900" algn="just">
              <a:spcBef>
                <a:spcPts val="600"/>
              </a:spcBef>
              <a:spcAft>
                <a:spcPts val="600"/>
              </a:spcAft>
              <a:buFont typeface="Wingdings" panose="05000000000000000000" pitchFamily="2" charset="2"/>
              <a:buChar char="§"/>
            </a:pPr>
            <a:r>
              <a:rPr lang="tr-TR" sz="2400" dirty="0" smtClean="0">
                <a:solidFill>
                  <a:srgbClr val="000000"/>
                </a:solidFill>
                <a:latin typeface="Times New Roman" panose="02020603050405020304" pitchFamily="18" charset="0"/>
                <a:cs typeface="Times New Roman" panose="02020603050405020304" pitchFamily="18" charset="0"/>
              </a:rPr>
              <a:t>Öğretmen öğrencilere rehberlik yapmalıdır. </a:t>
            </a:r>
          </a:p>
          <a:p>
            <a:pPr marL="342900" lvl="0" indent="-342900" algn="just">
              <a:spcBef>
                <a:spcPts val="600"/>
              </a:spcBef>
              <a:spcAft>
                <a:spcPts val="600"/>
              </a:spcAft>
              <a:buFont typeface="Wingdings" panose="05000000000000000000" pitchFamily="2" charset="2"/>
              <a:buChar char="§"/>
            </a:pPr>
            <a:r>
              <a:rPr lang="tr-TR" sz="2400" dirty="0" smtClean="0">
                <a:solidFill>
                  <a:srgbClr val="000000"/>
                </a:solidFill>
                <a:latin typeface="Times New Roman" panose="02020603050405020304" pitchFamily="18" charset="0"/>
                <a:cs typeface="Times New Roman" panose="02020603050405020304" pitchFamily="18" charset="0"/>
              </a:rPr>
              <a:t>Öğrencilerin kendilerine </a:t>
            </a:r>
            <a:r>
              <a:rPr lang="tr-TR" sz="2400" dirty="0">
                <a:solidFill>
                  <a:srgbClr val="000000"/>
                </a:solidFill>
                <a:latin typeface="Times New Roman" panose="02020603050405020304" pitchFamily="18" charset="0"/>
                <a:cs typeface="Times New Roman" panose="02020603050405020304" pitchFamily="18" charset="0"/>
              </a:rPr>
              <a:t>olan güvenlerini geliştirmek için olabildiğince çok öğrencinin eserlerini sergiye </a:t>
            </a:r>
            <a:r>
              <a:rPr lang="tr-TR" sz="2400" dirty="0" smtClean="0">
                <a:solidFill>
                  <a:srgbClr val="000000"/>
                </a:solidFill>
                <a:latin typeface="Times New Roman" panose="02020603050405020304" pitchFamily="18" charset="0"/>
                <a:cs typeface="Times New Roman" panose="02020603050405020304" pitchFamily="18" charset="0"/>
              </a:rPr>
              <a:t>koymalıdır.</a:t>
            </a:r>
          </a:p>
          <a:p>
            <a:pPr marL="342900" lvl="0" indent="-342900" algn="just">
              <a:spcBef>
                <a:spcPts val="600"/>
              </a:spcBef>
              <a:spcAft>
                <a:spcPts val="600"/>
              </a:spcAft>
              <a:buFont typeface="Wingdings" panose="05000000000000000000" pitchFamily="2" charset="2"/>
              <a:buChar char="§"/>
            </a:pPr>
            <a:r>
              <a:rPr lang="tr-TR" sz="2400" dirty="0" smtClean="0">
                <a:solidFill>
                  <a:srgbClr val="000000"/>
                </a:solidFill>
                <a:latin typeface="Times New Roman" panose="02020603050405020304" pitchFamily="18" charset="0"/>
                <a:cs typeface="Times New Roman" panose="02020603050405020304" pitchFamily="18" charset="0"/>
              </a:rPr>
              <a:t>Öğrencilerin sergiledikleri </a:t>
            </a:r>
            <a:r>
              <a:rPr lang="tr-TR" sz="2400" dirty="0">
                <a:solidFill>
                  <a:srgbClr val="000000"/>
                </a:solidFill>
                <a:latin typeface="Times New Roman" panose="02020603050405020304" pitchFamily="18" charset="0"/>
                <a:cs typeface="Times New Roman" panose="02020603050405020304" pitchFamily="18" charset="0"/>
              </a:rPr>
              <a:t>ürünlerle </a:t>
            </a:r>
            <a:r>
              <a:rPr lang="tr-TR" sz="2400" dirty="0" smtClean="0">
                <a:solidFill>
                  <a:srgbClr val="000000"/>
                </a:solidFill>
                <a:latin typeface="Times New Roman" panose="02020603050405020304" pitchFamily="18" charset="0"/>
                <a:cs typeface="Times New Roman" panose="02020603050405020304" pitchFamily="18" charset="0"/>
              </a:rPr>
              <a:t>ilgili değerlendirmelerini </a:t>
            </a:r>
            <a:r>
              <a:rPr lang="tr-TR" sz="2400" dirty="0">
                <a:solidFill>
                  <a:srgbClr val="000000"/>
                </a:solidFill>
                <a:latin typeface="Times New Roman" panose="02020603050405020304" pitchFamily="18" charset="0"/>
                <a:cs typeface="Times New Roman" panose="02020603050405020304" pitchFamily="18" charset="0"/>
              </a:rPr>
              <a:t>ve görüşlerini </a:t>
            </a:r>
            <a:r>
              <a:rPr lang="tr-TR" sz="2400" dirty="0" smtClean="0">
                <a:solidFill>
                  <a:srgbClr val="000000"/>
                </a:solidFill>
                <a:latin typeface="Times New Roman" panose="02020603050405020304" pitchFamily="18" charset="0"/>
                <a:cs typeface="Times New Roman" panose="02020603050405020304" pitchFamily="18" charset="0"/>
              </a:rPr>
              <a:t>açıklamaları sağlanmalıdır.</a:t>
            </a: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ts val="600"/>
              </a:spcBef>
              <a:spcAft>
                <a:spcPts val="600"/>
              </a:spcAft>
              <a:buClrTx/>
              <a:buSzTx/>
              <a:buFont typeface="Wingdings" panose="05000000000000000000" pitchFamily="2" charset="2"/>
              <a:buChar char="§"/>
              <a:tabLst/>
              <a:defRPr/>
            </a:pP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560835066"/>
      </p:ext>
    </p:extLst>
  </p:cSld>
  <p:clrMapOvr>
    <a:masterClrMapping/>
  </p:clrMapOvr>
  <p:transition>
    <p:newsfla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1"/>
          <p:cNvSpPr txBox="1">
            <a:spLocks/>
          </p:cNvSpPr>
          <p:nvPr/>
        </p:nvSpPr>
        <p:spPr bwMode="auto">
          <a:xfrm>
            <a:off x="827584" y="548680"/>
            <a:ext cx="7128792" cy="576064"/>
          </a:xfrm>
          <a:prstGeom prst="rect">
            <a:avLst/>
          </a:prstGeom>
          <a:noFill/>
          <a:ln w="412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514363" rtl="0" eaLnBrk="1" fontAlgn="base" latinLnBrk="0" hangingPunct="1">
              <a:lnSpc>
                <a:spcPct val="90000"/>
              </a:lnSpc>
              <a:spcBef>
                <a:spcPct val="0"/>
              </a:spcBef>
              <a:spcAft>
                <a:spcPct val="0"/>
              </a:spcAft>
              <a:buClrTx/>
              <a:buSzTx/>
              <a:buFontTx/>
              <a:buNone/>
              <a:tabLst/>
              <a:defRPr/>
            </a:pPr>
            <a:r>
              <a:rPr lang="tr-TR" altLang="tr-TR" sz="3200" b="1" dirty="0" smtClean="0">
                <a:solidFill>
                  <a:srgbClr val="002060"/>
                </a:solidFill>
                <a:latin typeface="Times New Roman" panose="02020603050405020304" pitchFamily="18" charset="0"/>
                <a:cs typeface="Times New Roman" panose="02020603050405020304" pitchFamily="18" charset="0"/>
              </a:rPr>
              <a:t>6. Ev Ödevleri</a:t>
            </a:r>
            <a:endParaRPr kumimoji="0" lang="tr-TR" altLang="tr-TR" sz="32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2" name="Dikdörtgen 1"/>
          <p:cNvSpPr/>
          <p:nvPr/>
        </p:nvSpPr>
        <p:spPr>
          <a:xfrm>
            <a:off x="323528" y="1700808"/>
            <a:ext cx="8136904" cy="2339102"/>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000000"/>
              </a:solidFill>
              <a:effectLst/>
              <a:uLnTx/>
              <a:uFillTx/>
              <a:latin typeface="Constantia"/>
              <a:ea typeface="+mn-ea"/>
              <a:cs typeface="+mn-cs"/>
            </a:endParaRPr>
          </a:p>
        </p:txBody>
      </p:sp>
      <p:sp>
        <p:nvSpPr>
          <p:cNvPr id="3" name="Dikdörtgen 2"/>
          <p:cNvSpPr/>
          <p:nvPr/>
        </p:nvSpPr>
        <p:spPr>
          <a:xfrm>
            <a:off x="539552" y="1700808"/>
            <a:ext cx="8136904" cy="4401205"/>
          </a:xfrm>
          <a:prstGeom prst="rect">
            <a:avLst/>
          </a:prstGeom>
          <a:ln w="28575">
            <a:solidFill>
              <a:srgbClr val="00B050"/>
            </a:solidFill>
          </a:ln>
        </p:spPr>
        <p:txBody>
          <a:bodyPr wrap="square">
            <a:spAutoFit/>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	</a:t>
            </a:r>
          </a:p>
          <a:p>
            <a:pPr lvl="0" algn="just">
              <a:spcBef>
                <a:spcPts val="600"/>
              </a:spcBef>
              <a:spcAft>
                <a:spcPts val="600"/>
              </a:spcAft>
            </a:pPr>
            <a:r>
              <a:rPr lang="tr-TR" sz="2400" dirty="0" smtClean="0">
                <a:solidFill>
                  <a:srgbClr val="000000"/>
                </a:solidFill>
                <a:latin typeface="Times New Roman" panose="02020603050405020304" pitchFamily="18" charset="0"/>
                <a:cs typeface="Times New Roman" panose="02020603050405020304" pitchFamily="18" charset="0"/>
              </a:rPr>
              <a:t>	Öğrencilerin </a:t>
            </a:r>
            <a:r>
              <a:rPr lang="tr-TR" sz="2400" dirty="0">
                <a:solidFill>
                  <a:srgbClr val="000000"/>
                </a:solidFill>
                <a:latin typeface="Times New Roman" panose="02020603050405020304" pitchFamily="18" charset="0"/>
                <a:cs typeface="Times New Roman" panose="02020603050405020304" pitchFamily="18" charset="0"/>
              </a:rPr>
              <a:t>sınıf dışında gerçekleştirdikleri, okulda / sınıfta </a:t>
            </a:r>
            <a:r>
              <a:rPr lang="tr-TR" sz="2400" dirty="0" smtClean="0">
                <a:solidFill>
                  <a:srgbClr val="000000"/>
                </a:solidFill>
                <a:latin typeface="Times New Roman" panose="02020603050405020304" pitchFamily="18" charset="0"/>
                <a:cs typeface="Times New Roman" panose="02020603050405020304" pitchFamily="18" charset="0"/>
              </a:rPr>
              <a:t>öğretimi </a:t>
            </a:r>
            <a:r>
              <a:rPr lang="tr-TR" sz="2400" dirty="0">
                <a:solidFill>
                  <a:srgbClr val="000000"/>
                </a:solidFill>
                <a:latin typeface="Times New Roman" panose="02020603050405020304" pitchFamily="18" charset="0"/>
                <a:cs typeface="Times New Roman" panose="02020603050405020304" pitchFamily="18" charset="0"/>
              </a:rPr>
              <a:t>yapılan konuların tekrar edilmesi, pekiştirilmesi ve o konu ile ilgili öğrenmelerin kalıcılığını artırmak için kullanılır.</a:t>
            </a: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spcBef>
                <a:spcPts val="600"/>
              </a:spcBef>
              <a:spcAft>
                <a:spcPts val="600"/>
              </a:spcAft>
              <a:buClrTx/>
              <a:buSzTx/>
              <a:buFontTx/>
              <a:buNone/>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endParaRPr>
          </a:p>
          <a:p>
            <a:pPr algn="just">
              <a:spcBef>
                <a:spcPts val="600"/>
              </a:spcBef>
              <a:spcAft>
                <a:spcPts val="600"/>
              </a:spcAft>
              <a:tabLst>
                <a:tab pos="-3200400" algn="l"/>
                <a:tab pos="-3086100" algn="l"/>
              </a:tabLst>
            </a:pPr>
            <a:r>
              <a:rPr lang="tr-TR" sz="24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Ödevin </a:t>
            </a:r>
            <a:r>
              <a:rPr lang="tr-TR"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en önemli amacı</a:t>
            </a:r>
            <a:r>
              <a:rPr lang="tr-TR"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sınıfta anlatılan ve kavratılan konuları </a:t>
            </a:r>
            <a:r>
              <a:rPr lang="tr-TR"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tekrar </a:t>
            </a:r>
            <a:r>
              <a:rPr lang="tr-TR" sz="2400" b="1"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etme,pekiştirme</a:t>
            </a:r>
            <a:r>
              <a:rPr lang="tr-TR"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ve alıştırma </a:t>
            </a:r>
            <a:r>
              <a:rPr lang="tr-TR"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olanağı sağlamasıdır.</a:t>
            </a:r>
            <a:endParaRPr lang="tr-T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600"/>
              </a:spcBef>
              <a:spcAft>
                <a:spcPts val="600"/>
              </a:spcAft>
              <a:buClrTx/>
              <a:buSzTx/>
              <a:buFontTx/>
              <a:buNone/>
              <a:tabLst/>
              <a:defRPr/>
            </a:pP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109881709"/>
      </p:ext>
    </p:extLst>
  </p:cSld>
  <p:clrMapOvr>
    <a:masterClrMapping/>
  </p:clrMapOvr>
  <p:transition>
    <p:newsfla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1"/>
          <p:cNvSpPr txBox="1">
            <a:spLocks/>
          </p:cNvSpPr>
          <p:nvPr/>
        </p:nvSpPr>
        <p:spPr bwMode="auto">
          <a:xfrm>
            <a:off x="1043608" y="531970"/>
            <a:ext cx="7128792" cy="576064"/>
          </a:xfrm>
          <a:prstGeom prst="rect">
            <a:avLst/>
          </a:prstGeom>
          <a:noFill/>
          <a:ln w="412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514363" rtl="0" eaLnBrk="1" fontAlgn="base" latinLnBrk="0" hangingPunct="1">
              <a:lnSpc>
                <a:spcPct val="90000"/>
              </a:lnSpc>
              <a:spcBef>
                <a:spcPct val="0"/>
              </a:spcBef>
              <a:spcAft>
                <a:spcPct val="0"/>
              </a:spcAft>
              <a:buClrTx/>
              <a:buSzTx/>
              <a:buFontTx/>
              <a:buNone/>
              <a:tabLst/>
              <a:defRPr/>
            </a:pPr>
            <a:r>
              <a:rPr lang="tr-TR" altLang="tr-TR" sz="3200" b="1" noProof="0" dirty="0" smtClean="0">
                <a:solidFill>
                  <a:srgbClr val="002060"/>
                </a:solidFill>
                <a:latin typeface="Times New Roman" panose="02020603050405020304" pitchFamily="18" charset="0"/>
                <a:cs typeface="Times New Roman" panose="02020603050405020304" pitchFamily="18" charset="0"/>
              </a:rPr>
              <a:t>6. Ev Ödevleri</a:t>
            </a:r>
            <a:endParaRPr kumimoji="0" lang="tr-TR" altLang="tr-TR" sz="32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2" name="Dikdörtgen 1"/>
          <p:cNvSpPr/>
          <p:nvPr/>
        </p:nvSpPr>
        <p:spPr>
          <a:xfrm>
            <a:off x="323528" y="1700808"/>
            <a:ext cx="8136904" cy="2339102"/>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000000"/>
              </a:solidFill>
              <a:effectLst/>
              <a:uLnTx/>
              <a:uFillTx/>
              <a:latin typeface="Constantia"/>
              <a:ea typeface="+mn-ea"/>
              <a:cs typeface="+mn-cs"/>
            </a:endParaRPr>
          </a:p>
        </p:txBody>
      </p:sp>
      <p:sp>
        <p:nvSpPr>
          <p:cNvPr id="3" name="Dikdörtgen 2"/>
          <p:cNvSpPr/>
          <p:nvPr/>
        </p:nvSpPr>
        <p:spPr>
          <a:xfrm>
            <a:off x="791580" y="1700808"/>
            <a:ext cx="7632848" cy="4770537"/>
          </a:xfrm>
          <a:prstGeom prst="rect">
            <a:avLst/>
          </a:prstGeom>
          <a:ln w="28575">
            <a:solidFill>
              <a:srgbClr val="00B050"/>
            </a:solidFill>
          </a:ln>
        </p:spPr>
        <p:txBody>
          <a:bodyPr wrap="square">
            <a:spAutoFit/>
          </a:bodyPr>
          <a:lstStyle/>
          <a:p>
            <a:pPr algn="just">
              <a:spcBef>
                <a:spcPts val="600"/>
              </a:spcBef>
              <a:spcAft>
                <a:spcPts val="600"/>
              </a:spcAft>
            </a:pPr>
            <a:r>
              <a:rPr lang="tr-TR"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Ödevlerin özellikleri şunlardır:</a:t>
            </a:r>
            <a:endParaRPr lang="tr-T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Bef>
                <a:spcPts val="600"/>
              </a:spcBef>
              <a:spcAft>
                <a:spcPts val="600"/>
              </a:spcAft>
              <a:buFont typeface="Wingdings" panose="05000000000000000000" pitchFamily="2" charset="2"/>
              <a:buChar char="§"/>
              <a:tabLst>
                <a:tab pos="457200" algn="l"/>
              </a:tabLst>
            </a:pPr>
            <a:r>
              <a:rPr lang="tr-TR"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Ödev açık, net, anlaşılır olmalı ve eğitsel değer taşımalıdır.</a:t>
            </a:r>
            <a:endParaRPr lang="tr-T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Bef>
                <a:spcPts val="600"/>
              </a:spcBef>
              <a:spcAft>
                <a:spcPts val="600"/>
              </a:spcAft>
              <a:buFont typeface="Wingdings" panose="05000000000000000000" pitchFamily="2" charset="2"/>
              <a:buChar char="§"/>
              <a:tabLst>
                <a:tab pos="457200" algn="l"/>
              </a:tabLst>
            </a:pPr>
            <a:r>
              <a:rPr lang="tr-TR"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Çocuklara öncelikle sınıfta anladığı ve öğrendikleri </a:t>
            </a:r>
            <a:r>
              <a:rPr lang="tr-TR"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konuların tekrarını ve alıştırmasını</a:t>
            </a:r>
            <a:r>
              <a:rPr lang="tr-TR"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sağlayacak ödevler verilmelidir. Bu ödevlerle ilgili dönüt öğrenciye anında verilmelidir. </a:t>
            </a:r>
            <a:endParaRPr lang="tr-T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Bef>
                <a:spcPts val="600"/>
              </a:spcBef>
              <a:spcAft>
                <a:spcPts val="600"/>
              </a:spcAft>
              <a:buFont typeface="Wingdings" panose="05000000000000000000" pitchFamily="2" charset="2"/>
              <a:buChar char="§"/>
              <a:tabLst>
                <a:tab pos="457200" algn="l"/>
              </a:tabLst>
            </a:pPr>
            <a:r>
              <a:rPr lang="tr-TR"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Ödev öğrencilerin </a:t>
            </a:r>
            <a:r>
              <a:rPr lang="tr-TR"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bireysel olarak yapabileceği nitelikte olmalıdır</a:t>
            </a:r>
            <a:r>
              <a:rPr lang="tr-TR"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.(Aksi halde </a:t>
            </a:r>
            <a:r>
              <a:rPr lang="tr-TR" sz="24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aileler </a:t>
            </a:r>
            <a:r>
              <a:rPr lang="tr-TR"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ödevi yapar.)</a:t>
            </a:r>
            <a:endParaRPr lang="tr-TR"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Bef>
                <a:spcPts val="600"/>
              </a:spcBef>
              <a:spcAft>
                <a:spcPts val="600"/>
              </a:spcAft>
              <a:buFont typeface="Wingdings" panose="05000000000000000000" pitchFamily="2" charset="2"/>
              <a:buChar char="§"/>
              <a:tabLst>
                <a:tab pos="457200" algn="l"/>
              </a:tabLst>
            </a:pPr>
            <a:r>
              <a:rPr lang="tr-TR"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Ödev öğrencinin gelişim düzeyine uygun olmalı ve normal süre için verilmelidir</a:t>
            </a:r>
            <a:r>
              <a:rPr lang="tr-TR" sz="24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0317569"/>
      </p:ext>
    </p:extLst>
  </p:cSld>
  <p:clrMapOvr>
    <a:masterClrMapping/>
  </p:clrMapOvr>
  <p:transition>
    <p:newsfla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1"/>
          <p:cNvSpPr txBox="1">
            <a:spLocks/>
          </p:cNvSpPr>
          <p:nvPr/>
        </p:nvSpPr>
        <p:spPr bwMode="auto">
          <a:xfrm>
            <a:off x="1043608" y="531970"/>
            <a:ext cx="7128792" cy="576064"/>
          </a:xfrm>
          <a:prstGeom prst="rect">
            <a:avLst/>
          </a:prstGeom>
          <a:noFill/>
          <a:ln w="412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514363" rtl="0" eaLnBrk="1" fontAlgn="base" latinLnBrk="0" hangingPunct="1">
              <a:lnSpc>
                <a:spcPct val="90000"/>
              </a:lnSpc>
              <a:spcBef>
                <a:spcPct val="0"/>
              </a:spcBef>
              <a:spcAft>
                <a:spcPct val="0"/>
              </a:spcAft>
              <a:buClrTx/>
              <a:buSzTx/>
              <a:buFontTx/>
              <a:buNone/>
              <a:tabLst/>
              <a:defRPr/>
            </a:pPr>
            <a:r>
              <a:rPr kumimoji="0" lang="tr-TR" altLang="tr-TR" sz="3200" b="1" i="0" u="none" strike="noStrike" kern="1200" cap="none" spc="0" normalizeH="0" baseline="0" noProof="0" dirty="0" smtClean="0">
                <a:ln>
                  <a:noFill/>
                </a:ln>
                <a:solidFill>
                  <a:srgbClr val="002060"/>
                </a:solidFill>
                <a:effectLst/>
                <a:uLnTx/>
                <a:uFillTx/>
                <a:latin typeface="Times New Roman" panose="02020603050405020304" pitchFamily="18" charset="0"/>
                <a:ea typeface="+mn-ea"/>
                <a:cs typeface="Times New Roman" panose="02020603050405020304" pitchFamily="18" charset="0"/>
              </a:rPr>
              <a:t>6. Ev Ödevleri</a:t>
            </a:r>
            <a:endParaRPr kumimoji="0" lang="tr-TR" altLang="tr-TR" sz="32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2" name="Dikdörtgen 1"/>
          <p:cNvSpPr/>
          <p:nvPr/>
        </p:nvSpPr>
        <p:spPr>
          <a:xfrm>
            <a:off x="323528" y="1700808"/>
            <a:ext cx="8136904" cy="2339102"/>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srgbClr val="000000"/>
              </a:solidFill>
              <a:effectLst/>
              <a:uLnTx/>
              <a:uFillTx/>
              <a:latin typeface="Constantia"/>
              <a:ea typeface="+mn-ea"/>
              <a:cs typeface="+mn-cs"/>
            </a:endParaRPr>
          </a:p>
        </p:txBody>
      </p:sp>
      <p:sp>
        <p:nvSpPr>
          <p:cNvPr id="3" name="Dikdörtgen 2"/>
          <p:cNvSpPr/>
          <p:nvPr/>
        </p:nvSpPr>
        <p:spPr>
          <a:xfrm>
            <a:off x="827584" y="1484784"/>
            <a:ext cx="7632848" cy="4862870"/>
          </a:xfrm>
          <a:prstGeom prst="rect">
            <a:avLst/>
          </a:prstGeom>
          <a:ln w="28575">
            <a:solidFill>
              <a:srgbClr val="00B050"/>
            </a:solidFill>
          </a:ln>
        </p:spPr>
        <p:txBody>
          <a:bodyPr wrap="square">
            <a:spAutoFit/>
          </a:bodyPr>
          <a:lstStyle/>
          <a:p>
            <a:pPr marL="0" marR="0" lvl="0" indent="0" algn="just" defTabSz="914400" rtl="0" eaLnBrk="1" fontAlgn="auto" latinLnBrk="0" hangingPunct="1">
              <a:spcBef>
                <a:spcPts val="600"/>
              </a:spcBef>
              <a:spcAft>
                <a:spcPts val="600"/>
              </a:spcAft>
              <a:buClrTx/>
              <a:buSzTx/>
              <a:buFontTx/>
              <a:buNone/>
              <a:tabLst/>
              <a:defRPr/>
            </a:pPr>
            <a:r>
              <a:rPr kumimoji="0" lang="tr-TR" sz="2400" b="1"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Ödevlerin özellikleri şunlardır</a:t>
            </a:r>
            <a:r>
              <a:rPr kumimoji="0" lang="tr-TR"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t>
            </a:r>
          </a:p>
          <a:p>
            <a:pPr marL="0" marR="0" lvl="0" indent="0" algn="just" defTabSz="914400" rtl="0" eaLnBrk="1" fontAlgn="auto" latinLnBrk="0" hangingPunct="1">
              <a:spcBef>
                <a:spcPts val="600"/>
              </a:spcBef>
              <a:spcAft>
                <a:spcPts val="600"/>
              </a:spcAft>
              <a:buClrTx/>
              <a:buSzTx/>
              <a:buFontTx/>
              <a:buNone/>
              <a:tabLst/>
              <a:defRPr/>
            </a:pP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defTabSz="914400" rtl="0" eaLnBrk="1" fontAlgn="auto" latinLnBrk="0" hangingPunct="1">
              <a:spcBef>
                <a:spcPts val="600"/>
              </a:spcBef>
              <a:spcAft>
                <a:spcPts val="600"/>
              </a:spcAft>
              <a:buClrTx/>
              <a:buSzTx/>
              <a:buFont typeface="Wingdings" panose="05000000000000000000" pitchFamily="2" charset="2"/>
              <a:buChar char="§"/>
              <a:tabLst>
                <a:tab pos="457200" algn="l"/>
              </a:tabLst>
              <a:defRPr/>
            </a:pPr>
            <a:r>
              <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Ödev </a:t>
            </a:r>
            <a:r>
              <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eğitsel değer taşımalıdır.</a:t>
            </a: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defTabSz="914400" rtl="0" eaLnBrk="1" fontAlgn="auto" latinLnBrk="0" hangingPunct="1">
              <a:spcBef>
                <a:spcPts val="600"/>
              </a:spcBef>
              <a:spcAft>
                <a:spcPts val="600"/>
              </a:spcAft>
              <a:buClrTx/>
              <a:buSzTx/>
              <a:buFont typeface="Wingdings" panose="05000000000000000000" pitchFamily="2" charset="2"/>
              <a:buChar char="§"/>
              <a:tabLst>
                <a:tab pos="457200" algn="l"/>
              </a:tabLst>
              <a:defRPr/>
            </a:pPr>
            <a:r>
              <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Derse </a:t>
            </a:r>
            <a:r>
              <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hazır </a:t>
            </a:r>
            <a:r>
              <a:rPr kumimoji="0" lang="tr-TR" sz="2400" b="0" i="0" u="none" strike="noStrike" kern="1200" cap="none" spc="0" normalizeH="0" baseline="0" noProof="0" dirty="0" err="1" smtClean="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bulunuşluğu</a:t>
            </a:r>
            <a:r>
              <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sağlama ve öğrenmeye güdülemede kullanılmalıdır.</a:t>
            </a: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defTabSz="914400" rtl="0" eaLnBrk="1" fontAlgn="auto" latinLnBrk="0" hangingPunct="1">
              <a:spcBef>
                <a:spcPts val="600"/>
              </a:spcBef>
              <a:spcAft>
                <a:spcPts val="600"/>
              </a:spcAft>
              <a:buClrTx/>
              <a:buSzTx/>
              <a:buFont typeface="Wingdings" panose="05000000000000000000" pitchFamily="2" charset="2"/>
              <a:buChar char="§"/>
              <a:tabLst>
                <a:tab pos="457200" algn="l"/>
              </a:tabLst>
              <a:defRPr/>
            </a:pPr>
            <a:r>
              <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Öğretmen ödevini yapmayan öğrenciye ceza vermemeli, yapabileceği türden yeni bir ödev vermelidir.</a:t>
            </a: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defTabSz="914400" rtl="0" eaLnBrk="1" fontAlgn="auto" latinLnBrk="0" hangingPunct="1">
              <a:spcBef>
                <a:spcPts val="600"/>
              </a:spcBef>
              <a:spcAft>
                <a:spcPts val="600"/>
              </a:spcAft>
              <a:buClrTx/>
              <a:buSzTx/>
              <a:buFont typeface="Wingdings" panose="05000000000000000000" pitchFamily="2" charset="2"/>
              <a:buChar char="§"/>
              <a:tabLst>
                <a:tab pos="457200" algn="l"/>
              </a:tabLst>
              <a:defRPr/>
            </a:pPr>
            <a:r>
              <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Ödev boş zamanları değerlendirmek için verilmemelidir.</a:t>
            </a: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defTabSz="914400" rtl="0" eaLnBrk="1" fontAlgn="auto" latinLnBrk="0" hangingPunct="1">
              <a:spcBef>
                <a:spcPts val="600"/>
              </a:spcBef>
              <a:spcAft>
                <a:spcPts val="600"/>
              </a:spcAft>
              <a:buClrTx/>
              <a:buSzTx/>
              <a:buFont typeface="Wingdings" panose="05000000000000000000" pitchFamily="2" charset="2"/>
              <a:buChar char="§"/>
              <a:tabLst>
                <a:tab pos="457200" algn="l"/>
              </a:tabLst>
              <a:defRPr/>
            </a:pPr>
            <a:r>
              <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Ödev ceza olarak verilmemelidir.</a:t>
            </a:r>
            <a:endParaRPr kumimoji="0" lang="tr-TR" sz="24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spcBef>
                <a:spcPts val="600"/>
              </a:spcBef>
              <a:spcAft>
                <a:spcPts val="600"/>
              </a:spcAft>
              <a:buClrTx/>
              <a:buSzTx/>
              <a:buFontTx/>
              <a:buNone/>
              <a:tabLst>
                <a:tab pos="-3200400" algn="l"/>
                <a:tab pos="-3086100" algn="l"/>
              </a:tabLst>
              <a:defRPr/>
            </a:pPr>
            <a:r>
              <a:rPr kumimoji="0" lang="tr-TR" sz="2400" b="1"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endParaRPr kumimoji="0" lang="tr-TR"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525350285"/>
      </p:ext>
    </p:extLst>
  </p:cSld>
  <p:clrMapOvr>
    <a:masterClrMapping/>
  </p:clrMapOvr>
  <p:transition>
    <p:newsfla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12 Dikdörtgen"/>
          <p:cNvSpPr>
            <a:spLocks noChangeArrowheads="1"/>
          </p:cNvSpPr>
          <p:nvPr/>
        </p:nvSpPr>
        <p:spPr bwMode="auto">
          <a:xfrm>
            <a:off x="3518389" y="3259016"/>
            <a:ext cx="184731" cy="348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844083" fontAlgn="base">
              <a:spcBef>
                <a:spcPct val="0"/>
              </a:spcBef>
              <a:spcAft>
                <a:spcPct val="0"/>
              </a:spcAft>
            </a:pPr>
            <a:endParaRPr lang="tr-TR" altLang="tr-TR" sz="1662">
              <a:solidFill>
                <a:srgbClr val="FFFFFF"/>
              </a:solidFill>
            </a:endParaRPr>
          </a:p>
        </p:txBody>
      </p:sp>
      <p:sp>
        <p:nvSpPr>
          <p:cNvPr id="2" name="Dikdörtgen 1"/>
          <p:cNvSpPr/>
          <p:nvPr/>
        </p:nvSpPr>
        <p:spPr>
          <a:xfrm>
            <a:off x="703385" y="1737947"/>
            <a:ext cx="7948246" cy="2763257"/>
          </a:xfrm>
          <a:prstGeom prst="rect">
            <a:avLst/>
          </a:prstGeom>
        </p:spPr>
        <p:txBody>
          <a:bodyPr>
            <a:spAutoFit/>
          </a:bodyPr>
          <a:lstStyle/>
          <a:p>
            <a:pPr marL="422041" indent="-422041" defTabSz="844083" eaLnBrk="0" fontAlgn="base" hangingPunct="0">
              <a:spcBef>
                <a:spcPct val="20000"/>
              </a:spcBef>
              <a:spcAft>
                <a:spcPct val="0"/>
              </a:spcAft>
              <a:buClr>
                <a:srgbClr val="A50021"/>
              </a:buClr>
              <a:buSzPct val="75000"/>
              <a:defRPr/>
            </a:pPr>
            <a:endParaRPr lang="tr-TR" altLang="tr-TR" sz="4062" kern="0" dirty="0">
              <a:solidFill>
                <a:srgbClr val="2A3D7A"/>
              </a:solidFill>
              <a:latin typeface="Times New Roman"/>
            </a:endParaRPr>
          </a:p>
          <a:p>
            <a:pPr marL="422041" indent="-422041" defTabSz="844083" eaLnBrk="0" fontAlgn="base" hangingPunct="0">
              <a:spcBef>
                <a:spcPct val="20000"/>
              </a:spcBef>
              <a:spcAft>
                <a:spcPct val="0"/>
              </a:spcAft>
              <a:buClr>
                <a:srgbClr val="A50021"/>
              </a:buClr>
              <a:buSzPct val="75000"/>
              <a:defRPr/>
            </a:pPr>
            <a:endParaRPr lang="tr-TR" altLang="tr-TR" sz="4062" kern="0" dirty="0">
              <a:solidFill>
                <a:srgbClr val="2A3D7A"/>
              </a:solidFill>
              <a:latin typeface="Times New Roman"/>
            </a:endParaRPr>
          </a:p>
          <a:p>
            <a:pPr marL="422041" indent="-422041" defTabSz="844083" eaLnBrk="0" fontAlgn="base" hangingPunct="0">
              <a:spcBef>
                <a:spcPct val="20000"/>
              </a:spcBef>
              <a:spcAft>
                <a:spcPct val="0"/>
              </a:spcAft>
              <a:buClr>
                <a:srgbClr val="A50021"/>
              </a:buClr>
              <a:buSzPct val="75000"/>
              <a:defRPr/>
            </a:pPr>
            <a:endParaRPr lang="tr-TR" altLang="tr-TR" sz="4062" kern="0" dirty="0">
              <a:solidFill>
                <a:srgbClr val="2A3D7A"/>
              </a:solidFill>
              <a:latin typeface="Times New Roman"/>
            </a:endParaRPr>
          </a:p>
          <a:p>
            <a:pPr marL="422041" indent="-422041" defTabSz="844083" eaLnBrk="0" fontAlgn="base" hangingPunct="0">
              <a:spcBef>
                <a:spcPct val="20000"/>
              </a:spcBef>
              <a:spcAft>
                <a:spcPct val="0"/>
              </a:spcAft>
              <a:buClr>
                <a:srgbClr val="A50021"/>
              </a:buClr>
              <a:buSzPct val="75000"/>
              <a:defRPr/>
            </a:pPr>
            <a:endParaRPr lang="tr-TR" altLang="tr-TR" sz="2954" kern="0" dirty="0">
              <a:solidFill>
                <a:srgbClr val="5B5249"/>
              </a:solidFill>
              <a:latin typeface="Times New Roman"/>
            </a:endParaRPr>
          </a:p>
        </p:txBody>
      </p:sp>
      <p:sp>
        <p:nvSpPr>
          <p:cNvPr id="4" name="1 İçerik Yer Tutucusu"/>
          <p:cNvSpPr txBox="1">
            <a:spLocks/>
          </p:cNvSpPr>
          <p:nvPr/>
        </p:nvSpPr>
        <p:spPr>
          <a:xfrm>
            <a:off x="562708" y="910005"/>
            <a:ext cx="7913077" cy="5377962"/>
          </a:xfrm>
          <a:prstGeom prst="rect">
            <a:avLst/>
          </a:prstGeom>
        </p:spPr>
        <p:txBody>
          <a:bodyPr>
            <a:normAutofit/>
          </a:bodyPr>
          <a:lstStyle>
            <a:lvl1pPr marL="274320" indent="-274320" algn="l" rtl="0" eaLnBrk="1" latinLnBrk="0" hangingPunct="1">
              <a:spcBef>
                <a:spcPts val="600"/>
              </a:spcBef>
              <a:buClr>
                <a:schemeClr val="accent2"/>
              </a:buClr>
              <a:buSzPct val="85000"/>
              <a:buFont typeface="Wingdings 2"/>
              <a:buChar char=""/>
              <a:defRPr kumimoji="0" sz="2600" kern="1200">
                <a:solidFill>
                  <a:schemeClr val="tx1"/>
                </a:solidFill>
                <a:latin typeface="+mn-lt"/>
                <a:ea typeface="+mn-ea"/>
                <a:cs typeface="+mn-cs"/>
              </a:defRPr>
            </a:lvl1pPr>
            <a:lvl2pPr marL="640080" indent="-274320" algn="l" rtl="0" eaLnBrk="1" latinLnBrk="0" hangingPunct="1">
              <a:spcBef>
                <a:spcPts val="300"/>
              </a:spcBef>
              <a:buClr>
                <a:schemeClr val="accent2">
                  <a:shade val="75000"/>
                </a:schemeClr>
              </a:buClr>
              <a:buSzPct val="85000"/>
              <a:buFont typeface="Wingdings 2"/>
              <a:buChar char=""/>
              <a:defRPr kumimoji="0" sz="2400" kern="1200">
                <a:solidFill>
                  <a:schemeClr val="tx2"/>
                </a:solidFill>
                <a:latin typeface="+mn-lt"/>
                <a:ea typeface="+mn-ea"/>
                <a:cs typeface="+mn-cs"/>
              </a:defRPr>
            </a:lvl2pPr>
            <a:lvl3pPr marL="1005840" indent="-228600" algn="l" rtl="0" eaLnBrk="1" latinLnBrk="0" hangingPunct="1">
              <a:spcBef>
                <a:spcPts val="300"/>
              </a:spcBef>
              <a:buClr>
                <a:schemeClr val="accent2">
                  <a:shade val="50000"/>
                </a:schemeClr>
              </a:buClr>
              <a:buSzPct val="85000"/>
              <a:buFont typeface="Wingdings 2"/>
              <a:buChar char=""/>
              <a:defRPr kumimoji="0" sz="2100" kern="1200">
                <a:solidFill>
                  <a:schemeClr val="tx1"/>
                </a:solidFill>
                <a:latin typeface="+mn-lt"/>
                <a:ea typeface="+mn-ea"/>
                <a:cs typeface="+mn-cs"/>
              </a:defRPr>
            </a:lvl3pPr>
            <a:lvl4pPr marL="1280160" indent="-228600" algn="l" rtl="0" eaLnBrk="1" latinLnBrk="0" hangingPunct="1">
              <a:spcBef>
                <a:spcPts val="300"/>
              </a:spcBef>
              <a:buClr>
                <a:schemeClr val="accent2">
                  <a:shade val="75000"/>
                </a:schemeClr>
              </a:buClr>
              <a:buSzPct val="85000"/>
              <a:buFont typeface="Wingdings 2" pitchFamily="18" charset="2"/>
              <a:buChar char=""/>
              <a:defRPr kumimoji="0" sz="1900" kern="1200">
                <a:solidFill>
                  <a:schemeClr val="tx1"/>
                </a:solidFill>
                <a:latin typeface="+mn-lt"/>
                <a:ea typeface="+mn-ea"/>
                <a:cs typeface="+mn-cs"/>
              </a:defRPr>
            </a:lvl4pPr>
            <a:lvl5pPr marL="1554480" indent="-228600" algn="l" rtl="0" eaLnBrk="1" latinLnBrk="0" hangingPunct="1">
              <a:spcBef>
                <a:spcPts val="340"/>
              </a:spcBef>
              <a:buClr>
                <a:schemeClr val="accent2">
                  <a:shade val="75000"/>
                </a:schemeClr>
              </a:buClr>
              <a:buSzPct val="85000"/>
              <a:buFont typeface="Wingdings 2" pitchFamily="18" charset="2"/>
              <a:buChar char=""/>
              <a:defRPr kumimoji="0"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a:lstStyle>
          <a:p>
            <a:pPr marL="0" indent="0" defTabSz="844083">
              <a:spcBef>
                <a:spcPts val="554"/>
              </a:spcBef>
              <a:buClr>
                <a:srgbClr val="B2B2B2"/>
              </a:buClr>
              <a:buNone/>
              <a:defRPr/>
            </a:pPr>
            <a:endParaRPr lang="tr-TR" sz="2585" b="1" dirty="0">
              <a:solidFill>
                <a:srgbClr val="002060"/>
              </a:solidFill>
              <a:latin typeface="Times New Roman" panose="02020603050405020304" pitchFamily="18" charset="0"/>
              <a:cs typeface="Times New Roman" panose="02020603050405020304" pitchFamily="18" charset="0"/>
            </a:endParaRPr>
          </a:p>
          <a:p>
            <a:pPr marL="253225" indent="-253225" defTabSz="844083">
              <a:spcBef>
                <a:spcPts val="554"/>
              </a:spcBef>
              <a:buClr>
                <a:srgbClr val="B2B2B2"/>
              </a:buClr>
              <a:defRPr/>
            </a:pPr>
            <a:endParaRPr lang="tr-TR" sz="2585" dirty="0">
              <a:solidFill>
                <a:sysClr val="window" lastClr="FFFFFF"/>
              </a:solidFill>
              <a:latin typeface="Times New Roman" panose="02020603050405020304" pitchFamily="18" charset="0"/>
              <a:cs typeface="Times New Roman" panose="02020603050405020304" pitchFamily="18" charset="0"/>
            </a:endParaRPr>
          </a:p>
          <a:p>
            <a:pPr marL="253225" indent="-253225" defTabSz="844083">
              <a:spcBef>
                <a:spcPts val="554"/>
              </a:spcBef>
              <a:buClr>
                <a:srgbClr val="B2B2B2"/>
              </a:buClr>
              <a:defRPr/>
            </a:pPr>
            <a:endParaRPr lang="tr-TR" sz="2585" dirty="0">
              <a:solidFill>
                <a:sysClr val="window" lastClr="FFFFFF"/>
              </a:solidFill>
              <a:latin typeface="Times New Roman" panose="02020603050405020304" pitchFamily="18" charset="0"/>
              <a:cs typeface="Times New Roman" panose="02020603050405020304" pitchFamily="18" charset="0"/>
            </a:endParaRPr>
          </a:p>
          <a:p>
            <a:pPr marL="253225" indent="-253225" defTabSz="844083">
              <a:spcBef>
                <a:spcPts val="554"/>
              </a:spcBef>
              <a:buClr>
                <a:srgbClr val="B2B2B2"/>
              </a:buClr>
              <a:defRPr/>
            </a:pPr>
            <a:endParaRPr lang="tr-TR" sz="2585" dirty="0">
              <a:solidFill>
                <a:sysClr val="window" lastClr="FFFFFF"/>
              </a:solidFill>
              <a:latin typeface="Times New Roman" panose="02020603050405020304" pitchFamily="18" charset="0"/>
              <a:cs typeface="Times New Roman" panose="02020603050405020304" pitchFamily="18" charset="0"/>
            </a:endParaRPr>
          </a:p>
        </p:txBody>
      </p:sp>
      <p:sp>
        <p:nvSpPr>
          <p:cNvPr id="59397" name="İçerik Yer Tutucusu 2"/>
          <p:cNvSpPr txBox="1">
            <a:spLocks/>
          </p:cNvSpPr>
          <p:nvPr/>
        </p:nvSpPr>
        <p:spPr bwMode="auto">
          <a:xfrm>
            <a:off x="386862" y="1389185"/>
            <a:ext cx="8264769" cy="4898781"/>
          </a:xfrm>
          <a:prstGeom prst="rect">
            <a:avLst/>
          </a:prstGeom>
          <a:noFill/>
          <a:ln w="412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685800" indent="-22860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algn="just" defTabSz="844083" fontAlgn="base">
              <a:spcBef>
                <a:spcPct val="0"/>
              </a:spcBef>
              <a:spcAft>
                <a:spcPct val="0"/>
              </a:spcAft>
              <a:buClrTx/>
              <a:buSzTx/>
              <a:buNone/>
            </a:pPr>
            <a:endParaRPr lang="tr-TR" altLang="tr-TR" sz="2215">
              <a:solidFill>
                <a:srgbClr val="000000"/>
              </a:solidFill>
              <a:latin typeface="Times New Roman" panose="02020603050405020304" pitchFamily="18" charset="0"/>
              <a:cs typeface="Times New Roman" panose="02020603050405020304" pitchFamily="18" charset="0"/>
            </a:endParaRPr>
          </a:p>
          <a:p>
            <a:pPr algn="just" defTabSz="844083" fontAlgn="base">
              <a:spcBef>
                <a:spcPct val="0"/>
              </a:spcBef>
              <a:spcAft>
                <a:spcPct val="0"/>
              </a:spcAft>
              <a:buClrTx/>
              <a:buSzTx/>
              <a:buNone/>
            </a:pPr>
            <a:endParaRPr lang="tr-TR" altLang="tr-TR" sz="2215">
              <a:solidFill>
                <a:srgbClr val="000000"/>
              </a:solidFill>
              <a:latin typeface="Times New Roman" panose="02020603050405020304" pitchFamily="18" charset="0"/>
              <a:cs typeface="Times New Roman" panose="02020603050405020304" pitchFamily="18" charset="0"/>
            </a:endParaRPr>
          </a:p>
          <a:p>
            <a:pPr algn="just" defTabSz="844083" fontAlgn="base">
              <a:spcBef>
                <a:spcPct val="0"/>
              </a:spcBef>
              <a:spcAft>
                <a:spcPct val="0"/>
              </a:spcAft>
              <a:buClrTx/>
              <a:buSzTx/>
              <a:buNone/>
            </a:pPr>
            <a:endParaRPr lang="tr-TR" altLang="tr-TR" sz="2215">
              <a:solidFill>
                <a:srgbClr val="000000"/>
              </a:solidFill>
              <a:latin typeface="Times New Roman" panose="02020603050405020304" pitchFamily="18" charset="0"/>
              <a:cs typeface="Times New Roman" panose="02020603050405020304" pitchFamily="18" charset="0"/>
            </a:endParaRPr>
          </a:p>
          <a:p>
            <a:pPr algn="just" defTabSz="844083" fontAlgn="base">
              <a:spcBef>
                <a:spcPct val="0"/>
              </a:spcBef>
              <a:spcAft>
                <a:spcPct val="0"/>
              </a:spcAft>
              <a:buClrTx/>
              <a:buSzTx/>
              <a:buNone/>
            </a:pPr>
            <a:endParaRPr lang="tr-TR" altLang="tr-TR" sz="2215">
              <a:solidFill>
                <a:srgbClr val="000000"/>
              </a:solidFill>
              <a:latin typeface="Times New Roman" panose="02020603050405020304" pitchFamily="18" charset="0"/>
              <a:cs typeface="Times New Roman" panose="02020603050405020304" pitchFamily="18" charset="0"/>
            </a:endParaRPr>
          </a:p>
          <a:p>
            <a:pPr algn="ctr" defTabSz="844083" fontAlgn="base">
              <a:spcBef>
                <a:spcPct val="0"/>
              </a:spcBef>
              <a:spcAft>
                <a:spcPct val="0"/>
              </a:spcAft>
              <a:buClrTx/>
              <a:buSzTx/>
              <a:buNone/>
            </a:pPr>
            <a:r>
              <a:rPr lang="tr-TR" altLang="tr-TR" sz="7385">
                <a:solidFill>
                  <a:srgbClr val="000000"/>
                </a:solidFill>
                <a:latin typeface="Blackadder ITC" panose="04020505051007020D02" pitchFamily="82" charset="0"/>
                <a:cs typeface="Times New Roman" panose="02020603050405020304" pitchFamily="18" charset="0"/>
              </a:rPr>
              <a:t>Teşekkürler</a:t>
            </a:r>
          </a:p>
        </p:txBody>
      </p:sp>
    </p:spTree>
    <p:extLst>
      <p:ext uri="{BB962C8B-B14F-4D97-AF65-F5344CB8AC3E}">
        <p14:creationId xmlns:p14="http://schemas.microsoft.com/office/powerpoint/2010/main" val="22910568"/>
      </p:ext>
    </p:extLst>
  </p:cSld>
  <p:clrMapOvr>
    <a:masterClrMapping/>
  </p:clrMapOvr>
  <p:transition spd="med">
    <p:wipe dir="r"/>
  </p:transition>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Akış">
  <a:themeElements>
    <a:clrScheme name="Özel 11">
      <a:dk1>
        <a:srgbClr val="FFFFFF"/>
      </a:dk1>
      <a:lt1>
        <a:sysClr val="window" lastClr="FFFFFF"/>
      </a:lt1>
      <a:dk2>
        <a:srgbClr val="FFFFFF"/>
      </a:dk2>
      <a:lt2>
        <a:srgbClr val="FFFFFF"/>
      </a:lt2>
      <a:accent1>
        <a:srgbClr val="00B0F0"/>
      </a:accent1>
      <a:accent2>
        <a:srgbClr val="0070C0"/>
      </a:accent2>
      <a:accent3>
        <a:srgbClr val="0BD0D9"/>
      </a:accent3>
      <a:accent4>
        <a:srgbClr val="10CF9B"/>
      </a:accent4>
      <a:accent5>
        <a:srgbClr val="3ECCB4"/>
      </a:accent5>
      <a:accent6>
        <a:srgbClr val="FF6600"/>
      </a:accent6>
      <a:hlink>
        <a:srgbClr val="FF6600"/>
      </a:hlink>
      <a:folHlink>
        <a:srgbClr val="0084B4"/>
      </a:folHlink>
    </a:clrScheme>
    <a:fontScheme name="Akış">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umba">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3.xml><?xml version="1.0" encoding="utf-8"?>
<a:theme xmlns:a="http://schemas.openxmlformats.org/drawingml/2006/main" name="Akış">
  <a:themeElements>
    <a:clrScheme name="Özel 11">
      <a:dk1>
        <a:srgbClr val="FFFFFF"/>
      </a:dk1>
      <a:lt1>
        <a:sysClr val="window" lastClr="FFFFFF"/>
      </a:lt1>
      <a:dk2>
        <a:srgbClr val="FFFFFF"/>
      </a:dk2>
      <a:lt2>
        <a:srgbClr val="FFFFFF"/>
      </a:lt2>
      <a:accent1>
        <a:srgbClr val="00B0F0"/>
      </a:accent1>
      <a:accent2>
        <a:srgbClr val="0070C0"/>
      </a:accent2>
      <a:accent3>
        <a:srgbClr val="0BD0D9"/>
      </a:accent3>
      <a:accent4>
        <a:srgbClr val="10CF9B"/>
      </a:accent4>
      <a:accent5>
        <a:srgbClr val="3ECCB4"/>
      </a:accent5>
      <a:accent6>
        <a:srgbClr val="FF6600"/>
      </a:accent6>
      <a:hlink>
        <a:srgbClr val="FF6600"/>
      </a:hlink>
      <a:folHlink>
        <a:srgbClr val="0084B4"/>
      </a:folHlink>
    </a:clrScheme>
    <a:fontScheme name="Akış">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umba">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4.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1759</TotalTime>
  <Words>357</Words>
  <Application>Microsoft Office PowerPoint</Application>
  <PresentationFormat>Ekran Gösterisi (4:3)</PresentationFormat>
  <Paragraphs>181</Paragraphs>
  <Slides>18</Slides>
  <Notes>2</Notes>
  <HiddenSlides>0</HiddenSlides>
  <MMClips>0</MMClips>
  <ScaleCrop>false</ScaleCrop>
  <HeadingPairs>
    <vt:vector size="6" baseType="variant">
      <vt:variant>
        <vt:lpstr>Kullanılan Yazı Tipleri</vt:lpstr>
      </vt:variant>
      <vt:variant>
        <vt:i4>8</vt:i4>
      </vt:variant>
      <vt:variant>
        <vt:lpstr>Tema</vt:lpstr>
      </vt:variant>
      <vt:variant>
        <vt:i4>3</vt:i4>
      </vt:variant>
      <vt:variant>
        <vt:lpstr>Slayt Başlıkları</vt:lpstr>
      </vt:variant>
      <vt:variant>
        <vt:i4>18</vt:i4>
      </vt:variant>
    </vt:vector>
  </HeadingPairs>
  <TitlesOfParts>
    <vt:vector size="29" baseType="lpstr">
      <vt:lpstr>Arial</vt:lpstr>
      <vt:lpstr>Blackadder ITC</vt:lpstr>
      <vt:lpstr>Calibri</vt:lpstr>
      <vt:lpstr>Constantia</vt:lpstr>
      <vt:lpstr>Nyala</vt:lpstr>
      <vt:lpstr>Times New Roman</vt:lpstr>
      <vt:lpstr>Wingdings</vt:lpstr>
      <vt:lpstr>Wingdings 2</vt:lpstr>
      <vt:lpstr>1_Ofis Teması</vt:lpstr>
      <vt:lpstr>1_Akış</vt:lpstr>
      <vt:lpstr>Akış</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Öğretim Teknikleri</dc:title>
  <dc:creator>KEMAL</dc:creator>
  <cp:lastModifiedBy>ZEYNEP EKER</cp:lastModifiedBy>
  <cp:revision>56</cp:revision>
  <dcterms:created xsi:type="dcterms:W3CDTF">2015-07-01T14:27:01Z</dcterms:created>
  <dcterms:modified xsi:type="dcterms:W3CDTF">2020-05-14T21:53:02Z</dcterms:modified>
</cp:coreProperties>
</file>